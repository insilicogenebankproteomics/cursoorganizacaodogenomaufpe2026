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57" r:id="rId4"/>
    <p:sldId id="278" r:id="rId5"/>
    <p:sldId id="259" r:id="rId6"/>
    <p:sldId id="262" r:id="rId7"/>
    <p:sldId id="261" r:id="rId8"/>
    <p:sldId id="260" r:id="rId9"/>
    <p:sldId id="268" r:id="rId10"/>
    <p:sldId id="264" r:id="rId11"/>
    <p:sldId id="266" r:id="rId12"/>
    <p:sldId id="265" r:id="rId13"/>
    <p:sldId id="280" r:id="rId14"/>
    <p:sldId id="279" r:id="rId15"/>
    <p:sldId id="282" r:id="rId16"/>
    <p:sldId id="267" r:id="rId17"/>
    <p:sldId id="269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63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06"/>
    <p:restoredTop sz="94771"/>
  </p:normalViewPr>
  <p:slideViewPr>
    <p:cSldViewPr snapToGrid="0">
      <p:cViewPr varScale="1">
        <p:scale>
          <a:sx n="111" d="100"/>
          <a:sy n="111" d="100"/>
        </p:scale>
        <p:origin x="24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8:17:25.2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8:17:26.0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8:17:26.8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8:17:28.2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08:17:36.5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1 123 24575,'12'3'0,"-1"-1"0,-4 1 0,-2 0 0,-2 1 0,3 2 0,1 1 0,3 5 0,0 1 0,0 2 0,-3-1 0,-1-1 0,-2-2 0,0-2 0,0-1 0,-1-3 0,-2-4 0,-7-32 0,2 9 0,-5-23 0,4 21 0,1 4 0,1 2 0,2 5 0,0 1 0,1 3 0,-1 2 0,0 0 0,-1-1 0,0-2 0,0 0 0,0 2 0,-1 3 0,0 3 0,-1 3 0,2 1 0,0 3 0,2 4 0,0 4 0,3 3 0,5 3 0,4 2 0,3-2 0,2-1 0,-1-2 0,-3-4 0,-1-1 0,-2-3 0,-1-3 0,-2-1 0,-2-1 0,-1 1 0,1-1 0,0 0 0,0 0 0,0 1 0,-1-1 0,1 0 0,0 0 0,0-2 0,-1 1 0,2-2 0,1 0 0,0 0 0,2 0 0,-1 0 0,0 0 0,0-1 0,-2-2 0,1-2 0,-1-1 0,0-4 0,1-1 0,1-1 0,0 0 0,-1 1 0,-1 2 0,-2 0 0,-2 2 0,-1 2 0,-1 0 0,0 2 0,0-2 0,-1 0 0,-1 0 0,-3 2 0,-2 2 0,-2 1 0,0 0 0,0 0 0,-2 0 0,2 0 0,1 0 0,1 0 0,-1 0 0,-1 0 0,0 0 0,1 0 0,0 0 0,2 0 0,0 0 0,0 0 0,0 0 0,0 0 0,1 0 0,2 0 0,-1 2 0,2 3 0,0 2 0,1 2 0,1 1 0,0 1 0,0 1 0,0 0 0,0 2 0,1-1 0,0-3 0,3-3 0,2-2 0,0-2 0,1 1 0,0-1 0,0 0 0,0-1 0,0 0 0,-2 0 0,1 0 0,-1-1 0,0-1 0,2 2 0,-1-1 0,1 1 0,-1 0 0,2 0 0,0 0 0,1 0 0,0 1 0,0 0 0,0 0 0,-1 0 0,-1 0 0,0-1 0,-1 0 0,0-1 0,-2-1 0,-1-2 0,-1 0 0,-1-2 0,3-2 0,1-1 0,0 1 0,-1 0 0,-1 3 0,-2 0 0,-1-1 0,0-2 0,1-2 0,0-1 0,1-2 0,-1 2 0,-1 1 0,0 1 0,0 2 0,0 0 0,0 1 0,0-1 0,0 0 0,0 0 0,0-1 0,-1 2 0,-1 1 0,1-1 0,-2 1 0,2-2 0,0 0 0,1 2 0,4 0 0,3 2 0,2 1 0,-1 0 0,-1 0 0,-2 0 0,1 0 0,0 0 0,-1 0 0,0 0 0,0 0 0,-2 1 0,-1 1 0,0 1 0,-1 1 0,0-1 0,1-1 0,1 2 0,-1-1 0,1 2 0,-1-1 0,0-1 0,0 0 0,0 0 0,1 0 0,0-2 0,1 0 0,0-1 0,0 0 0,0 0 0,1 0 0,-1 0 0,1 0 0,0 0 0,-1 1 0,-1 1 0,0 2 0,-2 0 0,0 0 0,-5-2 0,0-1 0,-3 0 0,3 0 0,-1 2 0,0-1 0,-1 1 0,1 0 0,0-1 0,0 1 0,-1-1 0,0 0 0,1 0 0,-1 0 0,0 0 0,2-1 0,-1 0 0,0 0 0,1 0 0,-2 0 0,2 0 0,-1-1 0,1 0 0,0-1 0,1-1 0,1-2 0,1-1 0,-1 0 0,1 0 0,-1 0 0,1 1 0,0-1 0,-1 1 0,0-1 0,0-1 0,0-1 0,0-1 0,0-1 0,0 0 0,0 1 0,0 1 0,0 1 0,1 1 0,1-1 0,-1 2 0,0 0 0,-1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3:29:04.573"/>
    </inkml:context>
    <inkml:brush xml:id="br0">
      <inkml:brushProperty name="width" value="0.05" units="cm"/>
      <inkml:brushProperty name="height" value="0.05" units="cm"/>
      <inkml:brushProperty name="color" value="#E3E3E4"/>
    </inkml:brush>
  </inkml:definitions>
  <inkml:trace contextRef="#ctx0" brushRef="#br0">66 109 24575,'-6'0'0,"1"0"0,1 0 0,0-2 0,0-1 0,0 0 0,0 1 0,0-1 0,1 0 0,0 1 0,1-1 0,0 1 0,0-1 0,1 0 0,1 0 0,-1-1 0,2 2 0,1-1 0,2 2 0,0-1 0,-1 0 0,2 0 0,0-1 0,1 0 0,0 0 0,1 0 0,0 0 0,-1 0 0,1 0 0,-2 1 0,0 0 0,-1 1 0,-2 0 0,0-2 0,-2 0 0,-1 1 0,-1-2 0,-2 1 0,-1-1 0,-2 0 0,1 1 0,1 1 0,0 0 0,2-1 0,0 2 0,2 2 0,0 1 0,0 3 0,-1 0 0,-2 0 0,0-1 0,-1 0 0,0 0 0,0 0 0,-1 0 0,2 0 0,0 0 0,3-1 0,-1 1 0,2-1 0,-1 2 0,-1 1 0,-1 0 0,0-1 0,1-1 0,2-2 0,3-2 0,2 1 0,8-1 0,-2 0 0,5 0 0,-6 0 0,0 0 0,-2 0 0,0 0 0,-2 0 0,1 0 0,-2 0 0,0 0 0,0 0 0,-1 0 0,1 0 0,0-1 0,1-2 0,2 0 0,-1 0 0,-1 1 0,-2 1 0,-2-1 0,-5 0 0,-3 1 0,-2 1 0,-2 0 0,-1 0 0,1 0 0,1 0 0,2 1 0,1 1 0,1 2 0,1 2 0,0-1 0,1-1 0,0 0 0,0 0 0,2-1 0,0 2 0,1-2 0,-1 1 0,1 0 0,0 0 0,0 0 0,1 0 0,1-1 0,3-2 0,3 0 0,2-1 0,0 0 0,0 0 0,-2 0 0,0 0 0,0 0 0,-1 0 0,0 0 0,0 0 0,-2 0 0,-1 0 0,-2-1 0,0-1 0,-1 0 0,-2-1 0,0 2 0,-1 0 0,-3 1 0,-4 0 0,0 0 0,-3 0 0,5 0 0,2 0 0,2 0 0,1 2 0,1 0 0,1 1 0,-1 1 0,1-2 0,0 1 0,0 0 0,0 0 0,0 1 0,1-1 0,1-1 0,3 0 0,5-2 0,-2 0 0,3 0 0,-5 0 0,1 0 0,-1 0 0,-1 0 0,0 0 0,-1 0 0,0-1 0,-1 0 0,0 0 0,-2 1 0,-2 4 0,-3 0 0,-3 7 0,1-5 0,0 2 0,2-4 0,1 0 0,0-2 0,0 0 0,0-2 0,2-1 0,4-2 0,1-1 0,6-5 0,-3 3 0,2-3 0,-3 5 0,0 2 0,0-1 0,-1 1 0,-1 1 0,-1 3 0,-1 2 0,-10 5 0,-1-3 0,-6 3 0,3-6 0,2 0 0,2-2 0,3 0 0,0 0 0,2-2 0,1 0 0,1-2 0,0 0 0,-1 1 0,0 1 0,1-1 0,0 0 0,1-2 0,0 0 0,2 1 0,2 2 0,0 0 0,0 2 0,-1 2 0,1 2 0,0 0 0,3 0 0,0-1 0,0-1 0,-2-2 0,0 0 0,-2 0 0,1-1 0,-1 0 0,0 0 0,0 0 0,-1 3 0,-1 0 0,0 0 0,0-1 0,2-1 0,0 0 0,0 0 0,-1 1 0,0 0 0,0 0 0,0 0 0,0 1 0,0-1 0,0 1 0,1 0 0,0 0 0,0 1 0,1-2 0,-1 1 0,0-1 0,-1 0 0,1 0 0,-1-1 0,0 2 0,0-1 0,-1 0 0,2 1 0,0-1 0,-1 0 0,1-1 0,0 0 0,-1 1 0,2-1 0,-1 2 0,0 0 0,0 1 0,0-1 0,-1-1 0,-1 0 0,0 0 0,1 1 0,-1-2 0,2 2 0,-1-2 0,-1 1 0,1-1 0,0 2 0,-1-1 0,1 2 0,-2-1 0,0-1 0,0 1 0,0 2 0,0 0 0,0 0 0,0-4 0,0-6 0,-2 1 0,-1-4 0,-1 4 0,0 1 0,-1-1 0,1 0 0,1 1 0,-1-1 0,1 2 0,0 0 0,1 0 0,0 0 0,0 0 0,-1 0 0,1 0 0,0 0 0,0 1 0,0-1 0,1 0 0,-2 0 0,0 0 0,-1-1 0,0 1 0,0 0 0,0 0 0,1-1 0,-1 1 0,2-1 0,-1 1 0,0 0 0,0-1 0,0 1 0,0-1 0,1 1 0,1 1 0,0 1 0,0 2 0,0 0 0,2 1 0,0 1 0,1-1 0,0 1 0,0-2 0,0 0 0,-1 0 0,1 0 0,1-1 0,-1 0 0,1-1 0,0 0 0,0 1 0,1 1 0,-1 0 0,1 0 0,-1 0 0,0 1 0,0-1 0,0 1 0,0-1 0,0 0 0,0-1 0,0 0 0,-1 0 0,2 1 0,-1 0 0,1 0 0,0 0 0,0-1 0,-1 0 0,0-1 0,0 1 0,0-1 0,0 1 0,0 0 0,1-1 0,-1-1 0,-2 1 0,-1-2 0,-1 1 0,-3 0 0,-1-1 0,-2 0 0,0-1 0,2-1 0,0-1 0,1 1 0,1 0 0,0 1 0,0 0 0,0-1 0,0 2 0,0-1 0,1 1 0,-1 0 0,1 0 0,0 1 0,-1-1 0,1-1 0,1 0 0,-1-1 0,1-1 0,0 0 0,0 1 0,0 0 0,0 1 0,-1 0 0,1 0 0,-1-2 0,0 0 0,2 1 0,0 3 0,3 3 0,0 2 0,5 2 0,-3-3 0,2 2 0,-1-2 0,-2 1 0,1 0 0,-1-2 0,-1 0 0,0-1 0,0 1 0,0 0 0,0 0 0,1 0 0,-1 1 0,-1 0 0,0 0 0,-1-1 0,0 0 0,0 1 0,0 1 0,0-1 0,0 0 0,0 0 0,-1 0 0,0-1 0,1 1 0,1-1 0,0 1 0,1 1 0,0 1 0,0-1 0,-1 0 0,1 0 0,-1 0 0,-1 0 0,0 0 0,-1-1 0,0 2 0,0-2 0,-2-1 0,-1-1 0,-1-1 0,-2 0 0,1 0 0,0 0 0,0 0 0,0 0 0,1 0 0,0 0 0,-1 0 0,1 0 0,-2 0 0,1 0 0,-1 0 0,0 0 0,0 0 0,1 0 0,0 0 0,3-2 0,0-2 0,2-1 0,0-1 0,0-1 0,0 2 0,0 0 0,0 0 0,-2 1 0,1 1 0,-2 0 0,2 0 0,-1 0 0,-1 0 0,0 1 0,1 0 0,-2 0 0,1 0 0,-1 0 0,1 0 0,-1 1 0,0 0 0,-1-1 0,-1 1 0,1 0 0,0-1 0,1 1 0,1 0 0,0-1 0,1 0 0,-1-1 0,-1 1 0,2-1 0,0 2 0,1 0 0,1 4 0,1 0 0,1 5 0,0-3 0,2 2 0,-2-3 0,0-1 0,0-2 0,0 0 0,0 0 0,1 0 0,0 0 0,0 1 0,2 1 0,-1 0 0,0 1 0,-1-2 0,-1 0 0,1 0 0,0-1 0,1 1 0,1 0 0,0 0 0,-1 1 0,1-1 0,-1 0 0,-1 0 0,0 0 0,0 0 0,1-1 0,-2 0 0,0-1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3:29:16.122"/>
    </inkml:context>
    <inkml:brush xml:id="br0">
      <inkml:brushProperty name="width" value="0.05" units="cm"/>
      <inkml:brushProperty name="height" value="0.05" units="cm"/>
      <inkml:brushProperty name="color" value="#E3E3E4"/>
    </inkml:brush>
  </inkml:definitions>
  <inkml:trace contextRef="#ctx0" brushRef="#br0">74 276 24575,'-7'-2'0,"1"1"0,0 0 0,1-1 0,1 1 0,0-3 0,1 0 0,-3-1 0,0-1 0,2 1 0,1 2 0,2 2 0,0 3 0,1 0 0,0 2 0,0-1 0,0 2 0,0 0 0,0 1 0,1-1 0,0 0 0,0-1 0,-1-1 0,2-1 0,1-1 0,0-1 0,0 0 0,0 0 0,0 0 0,0 0 0,1 0 0,-1 0 0,0 0 0,0 0 0,1 0 0,-1 0 0,1 0 0,-1 0 0,0 0 0,1 0 0,-2 0 0,1 0 0,0-1 0,-2-1 0,1 1 0,0-1 0,1 0 0,-1 0 0,-1 0 0,-1 0 0,1-1 0,0-1 0,0 0 0,0-2 0,-1 1 0,0-3 0,2-1 0,1-1 0,1 0 0,-1 2 0,0 2 0,-2 0 0,0 2 0,0-1 0,-1-1 0,0 2 0,0 0 0,1 0 0,0 2 0,2 0 0,1 1 0,0 2 0,-2 1 0,0 3 0,-2 0 0,-1 2 0,-2-1 0,-1 1 0,-2 1 0,0-2 0,1 0 0,-1-2 0,3-1 0,-1-2 0,0 0 0,0 0 0,0-1 0,1 0 0,-1 0 0,1 0 0,0 1 0,1 1 0,0 1 0,2 1 0,0 0 0,-2 4 0,0-2 0,-1 2 0,1-3 0,0 0 0,1 0 0,0 0 0,0-1 0,0 0 0,1-1 0,0 0 0,2 1 0,-2-1 0,3 1 0,-2 0 0,0 0 0,1 0 0,0 0 0,-1 0 0,1-1 0,2-1 0,-1-1 0,1-2 0,-2-1 0,-1-2 0,-1-3 0,0 0 0,0 0 0,0 1 0,0 2 0,0-1 0,1-1 0,1 0 0,0 0 0,1 0 0,0 3 0,0 0 0,0 0 0,0 1 0,1-1 0,1 0 0,0 0 0,1-2 0,2-1 0,1-3 0,1 1 0,0 0 0,-2 1 0,1 1 0,-3 1 0,-1-1 0,-2-1 0,1 1 0,0-1 0,-1 1 0,-1 1 0,-1 1 0,0 0 0,0 0 0,0-1 0,1 0 0,-1 0 0,1-1 0,2 0 0,1-2 0,1 1 0,0 0 0,-1 1 0,-1 2 0,-1 0 0,0 0 0,0 0 0,0 0 0,0-1 0,1 0 0,-1 0 0,-1 0 0,0 2 0,0-1 0,-1 0 0,0 0 0,-1-1 0,1 0 0,0 1 0,1 0 0,-2 0 0,2 0 0,1 1 0,-1 0 0,2 3 0,-1-1 0,0 1 0,0 0 0,0 0 0,0 1 0,0 0 0,-1 1 0,-1 1 0,0 0 0,0 0 0,1-1 0,0 0 0,-1 0 0,0 0 0,0 2 0,1-1 0,1 0 0,0 0 0,0 0 0,-1 1 0,-1 0 0,0 0 0,-1 0 0,0 0 0,0 0 0,0 0 0,0 0 0,0 0 0,0 0 0,-2 0 0,0 0 0,-2 0 0,0 0 0,0-1 0,0-1 0,0 0 0,-1 0 0,-1-1 0,1 0 0,0 1 0,-1-1 0,0 1 0,-1 0 0,0 0 0,0 1 0,2-1 0,1 1 0,3 0 0,0 0 0,0 0 0,-1-1 0,0 1 0,-2 2 0,0-1 0,-2 0 0,0 0 0,0-1 0,0 0 0,1-1 0,-1 1 0,1 0 0,0 0 0,-1-1 0,1-1 0,1-2 0,1 0 0,1-1 0,2-1 0,0-2 0,1 0 0,1 0 0,1 1 0,1 0 0,1 1 0,1-1 0,0-1 0,1 0 0,0 0 0,0 1 0,-2 1 0,-2 0 0,-2 0 0,-1-2 0,0 1 0,0-2 0,1 0 0,3-3 0,2-3 0,2 1 0,1 2 0,-1 4 0,-3 5 0,-2 4 0,-2 5 0,-1 1 0,0 5 0,0-5 0,0 1 0,0-5 0,0-1 0,0-1 0,0 0 0,0-2 0,0 1 0,-1 0 0,-1 0 0,0 0 0,-2 1 0,2-1 0,-1-1 0,1 1 0,1-1 0,-2 0 0,1 1 0,0-1 0,0 1 0,0 0 0,-1 0 0,-1-1 0,1 1 0,0-1 0,1 1 0,-1 1 0,-1-1 0,1 2 0,-1-1 0,0 0 0,0 0 0,-1-1 0,0 1 0,-1 0 0,0-1 0,0-1 0,1 0 0,0 1 0,0-1 0,0 1 0,1-1 0,-2 0 0,1 0 0,1 0 0,0-1 0,1 1 0,0 0 0,0 0 0,0 1 0,0-1 0,-1 2 0,-2-1 0,0 1 0,-1-1 0,1 1 0,2-1 0,0 0 0,0-1 0,0 0 0,0 0 0,0 0 0,0-1 0,1 0 0,-1 1 0,0-1 0,0 1 0,1-1 0,0 0 0,1 0 0,-2 0 0,0 1 0,-1-1 0,0 0 0,0 0 0,0-1 0,2 0 0,1 0 0,8-4 0,-2 1 0,5-3 0,-3 1 0,-1 0 0,1-1 0,-2 2 0,1 0 0,-1-1 0,0-1 0,1 1 0,-2 1 0,-2 0 0,0 1 0,0-1 0,-1 1 0,1 0 0,0-1 0,-1 1 0,1-1 0,0 1 0,0 1 0,0 7 0,-1 0 0,2 8 0,0-6 0,3 0 0,-1-2 0,0-1 0,0-1 0,-1 0 0,-1 0 0,1-1 0,0-1 0,0-1 0,0 0 0,1 0 0,-1 0 0,0 0 0,0 0 0,1 0 0,-1 0 0,0 0 0,1 0 0,-2-1 0,1-1 0,0-1 0,1 1 0,-1-1 0,0 2 0,-1-1 0,-1 0 0,0-1 0,0 0 0,0 1 0,2-1 0,1-1 0,-1 1 0,0 1 0,0 0 0,0 2 0,0-1 0,1 1 0,-2 0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3:29:27.004"/>
    </inkml:context>
    <inkml:brush xml:id="br0">
      <inkml:brushProperty name="width" value="0.05" units="cm"/>
      <inkml:brushProperty name="height" value="0.05" units="cm"/>
      <inkml:brushProperty name="color" value="#E3E3E4"/>
    </inkml:brush>
  </inkml:definitions>
  <inkml:trace contextRef="#ctx0" brushRef="#br0">31 1 24575,'-4'5'0,"0"0"0,0-1 0,0-1 0,2-1 0,0 0 0,0 0 0,1-1 0,-1 1 0,0 1 0,1-1 0,-1 1 0,1-1 0,1 1 0,1-2 0,1 0 0,2-1 0,-1 0 0,2 0 0,1 0 0,0 0 0,1 0 0,-1 0 0,-1 0 0,-1 0 0,1 0 0,-1 0 0,0 0 0,0 0 0,-1 0 0,0 1 0,-2 1 0,-3 2 0,-2 1 0,-2 1 0,-3-2 0,1 2 0,-1-3 0,1 0 0,2-1 0,1-2 0,2-1 0,1 0 0,1-1 0,1-1 0,1-1 0,3 0 0,2-1 0,1-1 0,1 0 0,-1 0 0,1 2 0,-1 0 0,1 2 0,-1 0 0,-1 2 0,-3 2 0,-1 1 0,-1 2 0,-2 3 0,-1 0 0,0 0 0,-1-1 0,1-1 0,1 0 0,1 0 0,0 0 0,0 0 0,0 0 0,0 0 0,0-1 0,0 0 0,0 0 0,0 0 0,0-1 0,0 1 0,0 0 0,0-1 0,0 0 0,0-1 0,0-2 0,0-4 0,-1-2 0,-6-5 0,2 3 0,-5-2 0,4 4 0,2 0 0,1 0 0,0 1 0,2 1 0,0 1 0,1-1 0,0 0 0,0-1 0,0 1 0,1 0 0,0 1 0,1 1 0,3 0 0,1 1 0,0 0 0,0 0 0,1 0 0,-1 0 0,2 0 0,-1 0 0,1 0 0,-1 0 0,0 0 0,-2 0 0,-1 0 0,0 0 0,-2 2 0,0 0 0,-1 2 0,-1 0 0,0 0 0,0 2 0,-1 0 0,-2 0 0,-2 0 0,0 0 0,0 0 0,1 1 0,0-1 0,0 0 0,0-1 0,1-2 0,0 0 0,3 0 0,1-2 0,3-2 0,2-2 0,0-1 0,1 0 0,0 0 0,1 0 0,-1 2 0,-2 1 0,0 0 0,-1 1 0,0 0 0,-1 1 0,0 1 0,-1 1 0,-2 2 0,-5 5 0,2-1 0,-5 2 0,3-2 0,0-1 0,1 1 0,1-1 0,1 0 0,1-3 0,3-1 0,1-4 0,2-3 0,2-5 0,-1 3 0,1-2 0,-3 5 0,0 1 0,-1 0 0,0 1 0,1 0 0,0 0 0,1 0 0,1 0 0,-1 0 0,-1 0 0,0 0 0,-1 1 0,-1 0 0,-1 2 0,-1 2 0,0 2 0,0 3 0,0 1 0,0 1 0,0-2 0,0-3 0,0-2 0,1-2 0,1-2 0,3-2 0,1-2 0,0-1 0,1-1 0,1-1 0,1-1 0,-1 1 0,0 1 0,-1 2 0,0 2 0,-2 0 0,0 1 0,-1 1 0,-1 2 0,-4 1 0,-2 3 0,-2 1 0,0-1 0,0 0 0,1 1 0,1 0 0,-1-1 0,0-1 0,0-3 0,-1-1 0,2-2 0,-1 0 0,0 1 0,0 0 0,-1 0 0,1 1 0,0 0 0,1 2 0,-1-1 0,1 1 0,0-2 0,1 0 0,0 0 0,-1 0 0,1 0 0,0-2 0,1-2 0,2-1 0,1-2 0,6-4 0,-1 1 0,3-3 0,-3 1 0,1 3 0,-1 2 0,-2 1 0,0 0 0,-1 0 0,0 0 0,-1 1 0,-1 0 0,-1-1 0,-1-1 0,0 1 0,0-1 0,0 1 0,0 0 0,0-1 0,0 2 0,0-1 0,0 0 0,0 0 0,0 0 0,-3 1 0,-1 1 0,-2 1 0,-1-1 0,1 1 0,1-1 0,0 2 0,-1 0 0,0 0 0,1 0 0,0 0 0,1 1 0,0 3 0,-1 3 0,2 0 0,0 2 0,2-3 0,1 1 0,0 0 0,0-1 0,0-1 0,0-1 0,1 0 0,0-2 0,3-3 0,0-1 0,1-2 0,0-1 0,-1 0 0,0-1 0,-1-1 0,-2 2 0,1 0 0,-2 0 0,0 1 0,0 0 0,0-1 0,0 0 0,0 1 0,0 0 0,0 1 0,0-1 0,0 1 0,0-2 0,0 1 0,0 0 0,0-1 0,0 1 0,0 0 0,0 0 0,-1 0 0,1 1 0,-2 0 0,0 1 0,-1 0 0,-2 2 0,-1 0 0,-2 0 0,-1 0 0,1 0 0,0 1 0,1 1 0,-1 2 0,0 2 0,1 0 0,1-2 0,2 0 0,2-1 0,2 0 0,0 0 0,0 1 0,0-1 0,0 0 0,0 1 0,0 0 0,1-1 0,1 1 0,1 0 0,0 1 0,2-2 0,0 0 0,1 0 0,1 0 0,-1 0 0,1 0 0,-1 0 0,-2-1 0,0 0 0,0 1 0,-1-1 0,0-1 0,-1 0 0,0 1 0,-1 0 0,-2 0 0,0 1 0,-4 0 0,1 0 0,-3 1 0,3-1 0,0-1 0,0 0 0,2-2 0,0-2 0,1-3 0,1 2 0,-1-1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3:29:36.804"/>
    </inkml:context>
    <inkml:brush xml:id="br0">
      <inkml:brushProperty name="width" value="0.05" units="cm"/>
      <inkml:brushProperty name="height" value="0.05" units="cm"/>
      <inkml:brushProperty name="color" value="#E3E3E4"/>
    </inkml:brush>
  </inkml:definitions>
  <inkml:trace contextRef="#ctx0" brushRef="#br0">313 54 24575,'-3'-4'0,"1"2"0,-1 1 0,2-1 0,0 0 0,0-1 0,1 1 0,0-1 0,0 0 0,0-1 0,0 0 0,0 0 0,1 1 0,0 0 0,0 0 0,-1 1 0,1-1 0,-1 0 0,-3 1 0,-2 1 0,-2 1 0,2 0 0,1 0 0,1 0 0,-1 0 0,-1 0 0,-1 1 0,0 0 0,1 1 0,0 0 0,2 0 0,1 1 0,2-1 0,-1 1 0,0 0 0,0 1 0,0 0 0,1 0 0,-1 0 0,2-1 0,0-1 0,2-1 0,2-1 0,0 0 0,-1 0 0,-1 0 0,0 1 0,0 0 0,1 1 0,-1 0 0,1-2 0,-1 1 0,1-1 0,0 0 0,1 0 0,-2 0 0,-3 2 0,-4 1 0,-3 1 0,-2 1 0,0 1 0,1 1 0,1-2 0,0 1 0,0-1 0,-1-1 0,1 1 0,0-1 0,0 0 0,2 0 0,0 0 0,0-1 0,2 0 0,0-1 0,0 1 0,0 0 0,-4 4 0,0-1 0,-1 3 0,1-4 0,2-3 0,3-4 0,5-4 0,2-1 0,1 0 0,0 1 0,-1 2 0,-1 1 0,1-1 0,0 0 0,0 0 0,-1 0 0,-1 0 0,0 0 0,-2 1 0,-1 0 0,1 0 0,0 1 0,-1 0 0,-3-1 0,-8 2 0,2-1 0,-4 2 0,7 1 0,1 1 0,1 2 0,0-1 0,1 0 0,0 0 0,1 0 0,1 1 0,0 0 0,1 2 0,0 1 0,0 0 0,0 0 0,-1 2 0,0 0 0,-1 1 0,0 0 0,1-2 0,-1-3 0,-1-1 0,0-1 0,-1 0 0,1 0 0,0 0 0,-1 2 0,0-1 0,0 0 0,1-1 0,1 0 0,3 0 0,0-1 0,0 1 0,-1 0 0,0 1 0,1 0 0,0 1 0,0 0 0,0 0 0,-1-2 0,1 1 0,0-1 0,0 0 0,-1 1 0,0 0 0,-1 1 0,-1-1 0,0-2 0,0 0 0,-1-2 0,-1 0 0,1 0 0,-1 0 0,1 0 0,0 0 0,0-1 0,2 0 0,-1-2 0,2 0 0,0-1 0,-1 0 0,1-1 0,0 1 0,0-2 0,0 1 0,0 1 0,0 0 0,0 0 0,0-1 0,-1 1 0,1-2 0,-1 2 0,0 0 0,1 1 0,0 0 0,-1-1 0,-1 1 0,0 1 0,-1 1 0,-1 1 0,0 0 0,-1 0 0,-3 0 0,-1 1 0,1 1 0,-1 1 0,4 0 0,1 0 0,2 0 0,1 0 0,0 1 0,1-1 0,0 0 0,0 0 0,0 1 0,1 0 0,0 0 0,1 0 0,-1-1 0,0 1 0,0-1 0,0 0 0,0 1 0,0-1 0,1 1 0,0 0 0,0-2 0,0 2 0,0-2 0,0-1 0,1 0 0,0-1 0,0 0 0,0 0 0,0 0 0,1 0 0,-1 0 0,0 0 0,1 0 0,-1 0 0,1-1 0,0-1 0,1 0 0,0 0 0,0-1 0,-2 1 0,0-1 0,0 0 0,0 0 0,1-1 0,0-1 0,0 2 0,-1-1 0,1 2 0,0-2 0,0-2 0,2 1 0,0-1 0,0 1 0,-2 2 0,0 0 0,0-1 0,0 0 0,0-1 0,-1 0 0,0 1 0,1 1 0,-2 1 0,0 0 0,0-1 0,0 1 0,-1 0 0,1-1 0,-1 1 0,1-1 0,1 0 0,-1-1 0,1 1 0,1-1 0,0 0 0,1-1 0,-1 1 0,1-1 0,-1 1 0,0 0 0,0 0 0,1 0 0,0-1 0,0 0 0,0 0 0,-2 1 0,0 1 0,-1 0 0,0 1 0,1-1 0,0 0 0,-1 0 0,-1 0 0,0 0 0,0 0 0,-1 0 0,1-1 0,0 0 0,-1 0 0,0 0 0,0 1 0,0-1 0,0 1 0,-1 0 0,-1 1 0,-1 1 0,-1 0 0,-5 1 0,2 0 0,-3 0 0,4 0 0,1 1 0,0 0 0,2 0 0,1 0 0,-1 0 0,1 1 0,-1 0 0,-1 0 0,-1 1 0,0-1 0,2 0 0,0 1 0,0-1 0,1 3 0,-2-2 0,0 2 0,0 0 0,0 1 0,1 0 0,0 0 0,1-1 0,-1 1 0,-1-2 0,0 2 0,-1-1 0,0 1 0,0 0 0,-1-2 0,2 0 0,0-2 0,0 0 0,0 0 0,1 0 0,0 1 0,-1 0 0,-1 0 0,0 0 0,1 1 0,0-2 0,1 0 0,2 0 0,0 0 0,-1 1 0,-1 1 0,0 0 0,1 1 0,-1-1 0,2-2 0,-1-1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8:34:13.560"/>
    </inkml:context>
    <inkml:brush xml:id="br0">
      <inkml:brushProperty name="width" value="0.05" units="cm"/>
      <inkml:brushProperty name="height" value="0.05" units="cm"/>
      <inkml:brushProperty name="color" value="#E3E3E4"/>
    </inkml:brush>
  </inkml:definitions>
  <inkml:trace contextRef="#ctx0" brushRef="#br0">471 541 24575,'-9'8'0,"-2"4"0,-2 3 0,0 2 0,3-3 0,4-5 0,3-4 0,5-6 0,15-11 0,19-17 0,24-19 0,-20 15 0,3-1 0,-2 2 0,-2 2 0,24-18 0,-24 19 0,-28 22 0,-12 11 0,-16 15 0,-22 22 0,-23 21 0,24-26 0,-2 1 0,1-2 0,1-1 0,-24 22 0,23-19 0,19-16 0,16-14 0,16-12 0,20-16 0,25-19 0,24-18 0,-36 26 0,0 0 0,-3 2 0,-1 1 0,23-15 0,-24 17 0,-17 13 0,-16 12 0,-12 13 0,-15 15 0,-17 18 0,-19 16 0,-15 9 0,-1-1 0,8-10 0,17-14 0,21-19 0,18-16 0,53-47 0,12-12 0,-10 10 0,1-1 0,29-23 0,-17 16 0,-24 22 0,-20 17 0,-23 23 0,-30 29 0,-21 21 0,-8 8 0,9-13 0,23-23 0,16-19 0,16-17 0,16-15 0,17-15 0,13-8 0,6-1 0,-5 8 0,-14 13 0,-12 10 0,-15 19 0,-15 18 0,-12 13 0,-7 6 0,1-8 0,6-11 0,5-6 0,-2-1 0,-2 1 0,-4 3 0,0-2 0,3-6 0,4-6 0,4-7 0,3-3 0,-2-2 0,-2-2 0,-1-2 0,1-3 0,6-8 0,6-4 0,9-7 0,11-3 0,5 2 0,1 5 0,-7 9 0,-7 7 0,-12 9 0,-15 11 0,-13 10 0,-5 4 0,2-4 0,12-10 0,10-10 0,9-11 0,6-12 0,8-8 0,7-3 0,3 3 0,-1 9 0,-6 7 0,-6 8 0,-7 8 0,-9 6 0,-9 3 0,-6-2 0,0-6 0,4-7 0,5-7 0,4-5 0,5-1 0,3 2 0,3 3 0,3 4 0,3 2 0,1 3 0,-2 3 0,-2 3 0,-5 5 0,-5 1 0,-7 0 0,-5-3 0,0-4 0,2-2 0,4-5 0,4-4 0,4-2 0,3-1 0,2 4 0,3 3 0,3 6 0,4 6 0,-1 7 0,-1 4 0,-5 1 0,-6-2 0,-5-2 0,-5-4 0,-4-4 0,1-4 0,0-3 0,1-2 0,2-4 0,1-3 0,1-3 0,0-2 0,3 1 0,1 1 0,3 3 0,2 2 0,0 1 0,0 2 0,1 1 0,-2-1 0,-2-1 0,-2-1 0,-1-2 0,-1-1 0,0 0 0,1 0 0,1 1 0,3 1 0,2 1 0,2 1 0,0-1 0,-1-1 0,0-3 0,0-1 0,-1 0 0,1-1 0,0 1 0,0 1 0,1 0 0,0-1 0,0 0 0,0 1 0,0 0 0,-1 1 0,1 0 0,-2 0 0,1-1 0,-1 0 0,1 1 0,-1 0 0,2 0 0,-1 1 0,1 0 0,0 0 0,0 0 0,0 1 0,0-1 0,0 0 0,0-1 0,1-1 0,1 0 0,1 1 0,2 1 0,-1-1 0,-1 0 0,0 0 0,0 1 0,-2 1 0,1 0 0,-1 0 0,0 1 0,1-1 0,0-1 0,0-1 0,1-2 0,-1 1 0,1 0 0,1-1 0,0-1 0,2-1 0,0-1 0,1 1 0,0 0 0,0 1 0,-1-1 0,-1 2 0,1-1 0,-1 1 0,0 0 0,1 0 0,-1 0 0,0-1 0,1-1 0,-1 0 0,1 1 0,-1 2 0,-2 3 0,-3 1 0,-4 1 0,-4-1 0,-2 1 0,-2 0 0,2 1 0,3 1 0,1 0 0,1 0 0,0 4 0,-2 3 0,-1 2 0,1 2 0,0-1 0,3-1 0,0-2 0,1 0 0,1-1 0,-1-1 0,2 1 0,0-1 0,0 0 0,-1 1 0,0 1 0,-1 3 0,0 0 0,-1 1 0,-3 0 0,-2 2 0,-3 2 0,-1 0 0,2-3 0,3-3 0,4-4 0,1-2 0,2-1 0,1 0 0,0 1 0,1 0 0,0 0 0,2 0 0,0 1 0,2 1 0,0 1 0,0 1 0,0 1 0,-1-2 0,-1 0 0,-1-1 0,0 0 0,-1 0 0,-1-2 0,2-12 0,3-6 0,2-15 0,5-4 0,4-7 0,0 2 0,0 5 0,-3 10 0,-3 11 0,0 1 0,4-1 0,2-3 0,3-1 0,-2 1 0,-3 3 0,-5 5 0,-5 4 0,-1 1 0,-2 1 0,1-1 0,3-1 0,2-2 0,3 0 0,-1 0 0,-2 1 0,-2 2 0,-5 2 0,-2 0 0,-4 1 0,-1 0 0,-2 0 0,-1 0 0,-1 1 0,0 0 0,0 1 0,1 2 0,0 0 0,1 0 0,2 1 0,2-2 0,2-1 0,2 0 0,1 1 0,-1 0 0,1 1 0,-1-1 0,3-1 0,2-2 0,3-2 0,2-3 0,0-1 0,1-2 0,-2 1 0,0 1 0,0 2 0,-1 0 0,0 1 0,1 1 0,-1-1 0,1 0 0,-1 0 0,0 0 0,0 0 0,-1 0 0,0 1 0,-1 0 0,0 0 0,0 0 0,0 2 0,1-1 0,1 1 0,1 0 0,1 0 0,-1 0 0,-1 0 0,-1 0 0,-1 0 0,1 0 0,1 1 0,1 0 0,0 1 0,1 0 0,0 1 0,0-1 0,2 1 0,-1 0 0,0 0 0,-2 0 0,-1-1 0,-1 1 0,0 1 0,-1 0 0,-1-1 0,-5 1 0,-9-2 0,-16 1 0,-14 1 0,-9 1 0,2 1 0,6 0 0,10 0 0,10 2 0,4 4 0,3 5 0,0 4 0,0 1 0,3-4 0,4-5 0,4-6 0,5-5 0,7-8 0,10-12 0,10-12 0,7-9 0,0 2 0,-9 10 0,-9 13 0,-9 9 0,-5 12 0,-5 15 0,-10 17 0,-13 20 0,-15 13 0,-8 1 0,2-6 0,9-15 0,12-16 0,10-14 0,9-13 0,3-11 0,7-11 0,10-13 0,15-15 0,15-11 0,6-5 0,-2 3 0,-10 11 0,-15 13 0,-10 13 0,-8 11 0,-5 11 0,-9 14 0,-9 12 0,-6 5 0,0-1 0,5-11 0,8-11 0,4-9 0,3-6 0,1-6 0,-1-5 0,1-4 0,-1-4 0,2-2 0,1-1 0,0 2 0,0 4 0,0 6 0,0 7 0,-1 8 0,-2 8 0,-2 8 0,-1 5 0,0 5 0,2 5 0,1-3 0,3-7 0,1-10 0,3-10 0,2-4 0,3-5 0,4-3 0,3-5 0,0-3 0,-3-1 0,-3 4 0,-5 4 0,-3 7 0,-3 8 0,-2 7 0,-1 5 0,0 11 0,2 4 0,3 0 0,5-4 0,8-11 0,17-19 0,23-28 0,23-28 0,-34 20 0,0-1 0,-1 0 0,-3 1 0,22-22 0,-22 22 0,-16 16 0,-13 15 0,-6 11 0,-2 16 0,-9 20 0,-12 23 0,-7 5 0,-4-6 0,8-19 0,12-24 0,15-20 0,21-24 0,19-20 0,14-16 0,-25 23 0,2-3 0,6-8 0,1-1 0,0-1 0,-1 1 0,-2 2 0,-2 2 0,22-22 0,-27 31 0,-16 20 0,-29 34 0,-35 41 0,5-10 0,-5 5 0,-9 9 0,-2 2 0,2-2 0,1-2 0,7-9 0,5-4 0,-13 14 0,25-31 0,24-28 0,26-30 0,21-28 0,21-22 0,-24 31 0,1 0 0,-1 3 0,-1 1 0,27-27 0,-19 25 0,-19 22 0,-12 14 0,-9 15 0,-3 21 0,-6 27 0,-13 27 0,3-33 0,-4 0 0,-2-1 0,-3-3 0,-24 27 0,7-26 0,12-24 0,10-20 0,12-25 0,16-25 0,16-20 0,15-7 0,12 8 0,2 16 0,-3 17 0,-8 16 0,-10 12 0,-10 15 0,-10 16 0,-17 13 0,-21 13 0,-25 3 0,-15-5 0,-3-11 0,9-15 0,19-18 0,16-25 0,21-19 0,23-21 0,14-3 0,9 12 0,4 13 0,-5 17 0,-4 10 0,-7 7 0,-11 8 0,-13 8 0,-17 7 0,-17 2 0,-14-3 0,-6-7 0,3-9 0,10-12 0,11-10 0,12-8 0,8-1 0,3 6 0,5 7 0,5 6 0,5 5 0,3 4 0,-1 4 0,-4 5 0,-4 8 0,-12 6 0,-18 4 0,-15 1 0,-12-6 0,1-8 0,10-11 0,11-14 0,13-11 0,8-6 0,6 1 0,2 9 0,5 8 0,5 5 0,6 4 0,3 7 0,-2 8 0,-4 6 0,-8 4 0,-6-1 0,-10-3 0,-12-4 0,-10-5 0,-6-4 0,2-10 0,8-10 0,8-9 0,10-4 0,7 1 0,7 6 0,3 7 0,5 7 0,0 7 0,1 9 0,-1 11 0,-4 11 0,-5 6 0,-9 0 0,-10-5 0,-6-8 0,-3-8 0,3-7 0,6-6 0,5-5 0,5-8 0,2-9 0,2-5 0,1 0 0,1 6 0,0 8 0,0 4 0,0 4 0,0 3 0,-1 5 0,-1 5 0,-4 2 0,-5 1 0,-6-4 0,-4-2 0,0-5 0,4-2 0,4-4 0,5-3 0,4-1 0,1 0 0,0-1 0,3-1 0,1-1 0,2 0 0,1 3 0,-1 4 0,-2 5 0,-3 6 0,-7 8 0,-8 4 0,-9 0 0,-4-4 0,2-7 0,7-6 0,7-9 0,6-6 0,4-6 0,5-3 0,8-1 0,7 0 0,4 3 0,-1 7 0,-4 5 0,-4 11 0,-5 10 0,-2 8 0,-6 9 0,-9 4 0,-8 3 0,-7-2 0,-2-5 0,5-10 0,5-8 0,5-8 0,3-7 0,0-5 0,1-6 0,0-6 0,2-1 0,2 1 0,2 5 0,2 5 0,1 5 0,3 2 0,2 1 0,1 2 0,-1 2 0,-2 4 0,-4 4 0,-6 0 0,-5 1 0,-7-1 0,-6-2 0,-2-2 0,2-5 0,2-2 0,5-3 0,5-2 0,3-1 0,3 0 0,1 1 0,1 0 0,0 0 0,0 2 0,1 3 0,1 3 0,1 4 0,3 4 0,2 3 0,1 0 0,-1-1 0,-1-2 0,-2-3 0,-1-5 0,-1-1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8:34:34.926"/>
    </inkml:context>
    <inkml:brush xml:id="br0">
      <inkml:brushProperty name="width" value="0.2" units="cm"/>
      <inkml:brushProperty name="height" value="0.2" units="cm"/>
      <inkml:brushProperty name="color" value="#E3E3E4"/>
    </inkml:brush>
  </inkml:definitions>
  <inkml:trace contextRef="#ctx0" brushRef="#br0">872 807 24575,'-29'0'0,"4"0"0,11 0 0,2 0 0,1 0 0,1 0 0,0 0 0,2 0 0,1 0 0,0-1 0,0 0 0,1-1 0,-1-1 0,1 1 0,1-1 0,0 1 0,0 1 0,0 0 0,-3 1 0,1 0 0,1 0 0,0 0 0,-2-1 0,-1 0 0,-1 1 0,-1-1 0,0 0 0,2-1 0,1-1 0,3 1 0,1-1 0,-2-1 0,2 1 0,-3 0 0,3 1 0,0 0 0,-2 0 0,2 1 0,-3 0 0,1 1 0,2 0 0,-2 3 0,3 1 0,-3 2 0,2-1 0,0-1 0,1 0 0,1 2 0,1 0 0,-2 3 0,1 0 0,-1-4 0,15-26 0,-1 8 0,10-19 0,-7 19 0,-4 3 0,-2 3 0,-1-1 0,-1 2 0,-1 1 0,-1 0 0,-1 2 0,2-2 0,-2 2 0,3-1 0,-2 0 0,-1 2 0,1-3 0,0 0 0,0-2 0,0 1 0,-1 2 0,1-1 0,-2 1 0,2-2 0,0 0 0,0 0 0,0 0 0,-1 1 0,0 0 0,0 0 0,0 0 0,0 1 0,-1-1 0,0 1 0,1-1 0,1 0 0,-2 1 0,2-1 0,-1 0 0,-1 1 0,2-2 0,-3 3 0,2-2 0,-1-1 0,0 3 0,0-3 0,0 1 0,-1 0 0,1-1 0,0 0 0,0-2 0,0-2 0,1 1 0,-1 2 0,0 2 0,0 0 0,-1 0 0,0 0 0,-1 0 0,0-1 0,0 0 0,1 1 0,0-1 0,1 0 0,-2 1 0,1 0 0,-1-1 0,1 1 0,0 0 0,0 0 0,0 0 0,1-1 0,0 2 0,-1-3 0,1 1 0,0-1 0,-1 1 0,1 0 0,-2 1 0,1 1 0,0-2 0,-1 1 0,2-1 0,-1 0 0,0 1 0,-1-1 0,1 1 0,0-1 0,-1 0 0,0 1 0,1 0 0,1-1 0,-1 1 0,1-1 0,0 1 0,0-1 0,1 0 0,-1 0 0,1 0 0,1 0 0,0-2 0,2-2 0,2-2 0,1 1 0,0 0 0,-1 3 0,0 1 0,-1 1 0,-1 1 0,0 0 0,-2 1 0,0 0 0,-1 0 0,3-1 0,-2 0 0,3-2 0,-2 0 0,1 0 0,1-1 0,1-1 0,1 0 0,-1-1 0,-1 2 0,-1 1 0,-1 2 0,1 1 0,1 0 0,1 1 0,1 0 0,0 1 0,-1 1 0,0 0 0,1-1 0,0 2 0,1-1 0,0 0 0,-2 0 0,-1 0 0,-2 1 0,1 0 0,1-1 0,2 1 0,-1-2 0,0 1 0,0 0 0,0-1 0,0 0 0,0 0 0,-2 1 0,0 0 0,-1 1 0,1 0 0,0 0 0,2 0 0,0 0 0,-1 0 0,0 0 0,-1 0 0,-1 0 0,2 0 0,2 0 0,2 0 0,1 0 0,1 0 0,0 0 0,1 1 0,4 1 0,1 2 0,4 3 0,0 2 0,1 1 0,0 4 0,-2 0 0,0 1 0,-1 0 0,-4-2 0,-3-2 0,-4 0 0,-2-1 0,-2-1 0,0 1 0,1-1 0,-1 0 0,-1-1 0,1 0 0,-1-1 0,0 1 0,1 0 0,-1 1 0,1 0 0,-2-1 0,0 1 0,-1-1 0,-1 0 0,-1-1 0,-1 2 0,0 1 0,0 2 0,0 3 0,-1 2 0,-2 2 0,-4 1 0,-2-1 0,-1-2 0,1-3 0,1-3 0,1-2 0,0-1 0,0 1 0,0 1 0,1 0 0,2-1 0,2-1 0,1-1 0,1-2 0,0 1 0,0-1 0,0 2 0,0 1 0,0 1 0,0 0 0,0 0 0,-1-1 0,0 1 0,-2 1 0,-1 0 0,0 0 0,0 0 0,-1-2 0,0 0 0,0 0 0,-1 1 0,-1 0 0,0-1 0,-1-1 0,2-1 0,-1-1 0,-1 1 0,1 0 0,-1 0 0,1-1 0,3 0 0,0-2 0,1 1 0,-1 1 0,0 1 0,-1 1 0,1 1 0,-2 1 0,1 1 0,0 1 0,1-1 0,-1 0 0,-2 0 0,1 0 0,-1 1 0,0-1 0,-1 1 0,-1 1 0,0 1 0,-1 1 0,0-1 0,0 0 0,2-1 0,1-1 0,0-1 0,0 1 0,0-1 0,0-2 0,1-1 0,0 1 0,-1-1 0,-1 2 0,-1 0 0,1-1 0,1-1 0,0 0 0,1 1 0,-2 0 0,0 2 0,-1-1 0,1 0 0,0-1 0,2-2 0,0 0 0,2-1 0,-1 0 0,-1 0 0,-1 1 0,0-1 0,0 1 0,1 0 0,-2 0 0,2 0 0,-1-1 0,1 0 0,0-1 0,0 0 0,-2-1 0,-2 1 0,1 1 0,-2 0 0,0 0 0,-1 1 0,-2 1 0,0 1 0,-1 1 0,-1 0 0,0 1 0,0 0 0,2-1 0,0 0 0,1 0 0,1-2 0,1 0 0,1 0 0,0 0 0,1-1 0,1 0 0,-1-1 0,2 1 0,-1-1 0,0 0 0,-2 1 0,0-1 0,-1 1 0,0 1 0,-1-1 0,0 2 0,-1-1 0,-1 1 0,0 1 0,-2 0 0,1-1 0,0-2 0,1 0 0,1-1 0,-3 1 0,-4-1 0,-1-1 0,-3 1 0,1-1 0,3 0 0,0-2 0,3 1 0,0 0 0,2-1 0,3-2 0,1 0 0,1 0 0,1 0 0,0 0 0,-1 0 0,-2 0 0,-1-2 0,0-1 0,0-1 0,2 0 0,0-1 0,1-1 0,1 0 0,0 0 0,1 1 0,1 1 0,0-1 0,0 1 0,-1-1 0,0 0 0,0 0 0,1-1 0,0 1 0,1-1 0,-1 0 0,1 0 0,0-1 0,1 1 0,0 0 0,-1-1 0,0 0 0,0 0 0,0 0 0,1 1 0,0 1 0,1-1 0,-1 0 0,1 0 0,0 0 0,1 1 0,0-1 0,-1 1 0,0-1 0,0 0 0,0 1 0,-1 0 0,1-1 0,-1-1 0,-1-1 0,1 0 0,1 1 0,0 1 0,2 0 0,0 0 0,1 0 0,0-2 0,0 0 0,1-2 0,0 0 0,1-3 0,3-5 0,6-3 0,4 0 0,2 3 0,0 6 0,-1 5 0,2 5 0,3 1 0,0 2 0,-2 5 0,-3 3 0,-3 4 0,-2 1 0,-2-1 0,2-1 0,3-1 0,4 0 0,5 1 0,3 1 0,2 0 0,-2-1 0,-3-1 0,-4-2 0,-5-2 0,-4-3 0,-2-3 0,-2-1 0,1-1 0,0-2 0,0-1 0,0-4 0,0-1 0,2-1 0,0 0 0,1 2 0,-3 3 0,-2 0 0,-2-4 0,-2-5 0,0-4 0,-1-1 0,-3-1 0,-4 2 0,-2 0 0,-2 0 0,1 4 0,2 2 0,0 4 0,2 2 0,0 1 0,0-1 0,1 1 0,0 0 0,0 1 0,0 0 0,1 2 0,1 0 0,-1 1 0,0 0 0,-1 2 0,0 0 0,1 2 0,2 1 0,1 2 0,3-1 0,5 0 0,5-2 0,3 0 0,2 0 0,9 0 0,6-1 0,7 0 0,5 1 0,-2 1 0,4 2 0,-1 2 0,-2 0 0,-4 1 0,-6-2 0,-4-2 0,-2-3 0,-1-1 0,0-3 0,-3-2 0,-2-2 0,-3-1 0,-3-1 0,0 0 0,-1-1 0,1 0 0,-3 1 0,-2 2 0,-2 1 0,-1 0 0,1-3 0,2 0 0,0-2 0,-1 1 0,-2 1 0,0-2 0,0-2 0,1-2 0,0-1 0,0 2 0,0 1 0,-2 1 0,-1 0 0,0 1 0,-1-2 0,1 1 0,0-2 0,1 0 0,-1-2 0,2-1 0,-1 0 0,1 2 0,-1 3 0,0 2 0,0 1 0,0-1 0,0-2 0,2-1 0,0 0 0,0 0 0,-1 0 0,2-1 0,1-2 0,1 0 0,-1 0 0,-2 3 0,0 2 0,-2-1 0,-1-1 0,-1-3 0,-2 1 0,0 0 0,-1 3 0,0 3 0,2 0 0,0 0 0,0 0 0,-1 0 0,1 0 0,-1 2 0,1-1 0,0 1 0,0 1 0,0 0 0,-1 0 0,0-2 0,0 0 0,0-3 0,1 3 0,-1 1 0,1 0 0,-2 1 0,0-1 0,0-1 0,0-1 0,0-1 0,0 0 0,-2 0 0,-1-1 0,-2 0 0,-2 1 0,1 1 0,-1 1 0,-1 1 0,-1 2 0,0 1 0,2 1 0,0 0 0,2 2 0,0-1 0,0 1 0,0 0 0,-2 2 0,0 2 0,-3 3 0,0 3 0,-1 1 0,1 1 0,-2 1 0,-1 3 0,0 2 0,-1 2 0,2-3 0,2-2 0,2-3 0,1 0 0,-1-1 0,1 0 0,0 0 0,1-1 0,2-1 0,-1-1 0,0 1 0,0-1 0,0 0 0,1 0 0,-1 1 0,-1 3 0,0 1 0,0 0 0,1-2 0,1-2 0,1-2 0,0 0 0,-1 2 0,0 1 0,-1 0 0,1-2 0,1-2 0,1-2 0,-1 0 0,0-1 0,0-14 0,1 4 0,1-13 0,1 8 0,0-1 0,0-1 0,0-1 0,0-2 0,0 2 0,0 1 0,1 2 0,1 2 0,1 0 0,2-1 0,1-2 0,1-2 0,4-1 0,2 0 0,0 1 0,-1 4 0,-2 3 0,0 1 0,2 0 0,1 0 0,1 0 0,-3 2 0,-4 2 0,-1 1 0,0 0 0,2-1 0,2-1 0,2-1 0,3 0 0,0 1 0,3 0 0,1 1 0,0 1 0,1 1 0,1 1 0,0 0 0,1 0 0,0 0 0,-1 0 0,-2 2 0,-3-1 0,-5 1 0,-3-1 0,0 0 0,1-1 0,-1 1 0,1-1 0,-2 0 0,2 0 0,-1-2 0,1-1 0,-2-1 0,-1-1 0,-4 0 0,-4 0 0,-5 0 0,-6 0 0,-4 1 0,-2 0 0,0 0 0,1 0 0,-1 0 0,1 1 0,-1 0 0,1-1 0,3 1 0,2-2 0,3 1 0,2 1 0,1 0 0,0 1 0,1 0 0,1 0 0,0 0 0,1 0 0,-2 0 0,1 0 0,-1 1 0,2-1 0,-1 1 0,-1-2 0,-1-1 0,-3-1 0,0 0 0,2 1 0,3 2 0,1 1 0,-2 1 0,2 1 0,-4-1 0,3 1 0,0 0 0,-1-1 0,1 0 0,-1 0 0,0 0 0,2 0 0,-2 0 0,1 0 0,0 0 0,-1 0 0,1 0 0,0 0 0,-3-1 0,-1-1 0,1 0 0,2-1 0,2 2 0,-1 0 0,0 0 0,-1 0 0,0 1 0,0-1 0,-1 0 0,-1 0 0,-2-1 0,1 2 0,1-1 0,3 0 0,1-2 0,0-1 0,0 0 0,-1 1 0,1 1 0,0-1 0,-3-2 0,3 2 0,-2-2 0,1 2 0,1-1 0,-2 0 0,0-1 0,0 2 0,1 0 0,2 1 0,0-3 0,2 1 0,0-3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8:34:36.725"/>
    </inkml:context>
    <inkml:brush xml:id="br0">
      <inkml:brushProperty name="width" value="0.2" units="cm"/>
      <inkml:brushProperty name="height" value="0.2" units="cm"/>
      <inkml:brushProperty name="color" value="#E3E3E4"/>
    </inkml:brush>
  </inkml:definitions>
  <inkml:trace contextRef="#ctx0" brushRef="#br0">1 1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8:34:37.559"/>
    </inkml:context>
    <inkml:brush xml:id="br0">
      <inkml:brushProperty name="width" value="0.2" units="cm"/>
      <inkml:brushProperty name="height" value="0.2" units="cm"/>
      <inkml:brushProperty name="color" value="#E3E3E4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21306A-C826-C848-AB2C-496B3AF31531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B2F6D-426F-2E4C-972A-6B426393B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726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B2F6D-426F-2E4C-972A-6B426393B84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16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6EC67-B26D-A4DE-9EE3-78721C5B9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F41CF0-6597-B8C8-5FA0-40A7BBA98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48D9C-5696-FD9C-BB76-C4CDD495E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96431-CCA0-1A40-9BAD-5B3A2EF6A409}" type="datetime1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A760F-E4B6-C7AE-59FF-202244A4C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C7E15-B7E4-0F61-3520-C5768B04F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658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02ADB-FE7F-6E58-4C65-C4E9ACD33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69446-EA85-E5E0-2D09-FB5A30B4C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40911-D4B1-CF37-81C0-67071350F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72FA8-5A3B-0D40-883F-F08BB88EA5D7}" type="datetime1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7CE24-8273-7621-CA1D-11D340445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88EC8-E23F-0F3B-E45E-CCBCA944C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87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A1B51-8DAC-FE6E-6AF1-F4D9FA8B4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0AC0C-95AA-F089-378B-24D057EEB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A75E4-26AE-34B5-0794-8E86CA36A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CE1A-DB21-424F-95E6-21DEA660EA72}" type="datetime1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8296A-4897-E143-B947-1129C9B3F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8AAA8-716A-3592-DFC3-02640C88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32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C87E-4FC3-1CCA-1D15-6B7FE91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7156E-D8D3-B118-0F18-D22D5B179C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B0DBDF-2250-8027-BDED-E452059FD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7685D-3579-AD00-2C54-1770C77D7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B4B33-6336-814A-987E-AB8D0CB38D26}" type="datetime1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78F8F-39CC-7D39-BAB6-7B646D1C0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8527D-7B64-DFFB-8BFE-2E6D3471A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943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C089-3C29-04ED-EDBE-B6ACE3218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7F8D5-FBD2-7B43-DF0C-DD25621DD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4A9428-AFB1-5E04-33BB-1F2970260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9ED74-42B8-9A03-BEC9-AC138E1F3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388539-BC5E-A2BB-2B7E-AEF2F25464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D5DDE7-3E69-B796-0616-26A1A9634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6C17-C590-E940-89FE-3F952DCA3BD0}" type="datetime1">
              <a:rPr lang="en-US" smtClean="0"/>
              <a:t>10/26/26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C74B2E-A4FC-3877-9040-E35626ED1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49B0DA-EE25-D61C-6A3E-FBD59CC1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851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2457E-9D73-2A39-CFC1-5E5BB07C4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039FB-E4D8-ADCA-E39A-528F131EB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5516-A780-364F-A8EA-43BD1D248ECB}" type="datetime1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A30E43-2D7E-2906-67AE-2DB75140E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374A67-421C-B3DB-D36D-611B7B420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58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74A330-5C52-9224-C2EE-4715F0CF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FE25C-29EA-594B-9D8B-15885CD42F40}" type="datetime1">
              <a:rPr lang="en-US" smtClean="0"/>
              <a:t>10/26/26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9BA76B-0DDF-AE16-950B-5DE718A48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8FE99-305E-CD42-960D-14954E717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11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FE281-810A-071D-E38F-E96892A0F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D155F-A21F-DA3A-A6BF-91FC11ED2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1B7C21-CF0A-1057-15D9-2C46E6A8F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9173E9-ACD9-5C47-6A46-E68914BF8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73D53-F82D-674D-AA1A-E414DF96FBBF}" type="datetime1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1EB0E-63C6-F1F0-C615-E84E2BAC9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EF203-86B4-68F2-D34D-22F1E965D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3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ADC7C-1164-B679-99E4-A78A84569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C06480-0DD9-CE86-F74A-60E77D95FB7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79421-E475-69EE-D333-BA10DE1B2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F0B21-D8E0-179E-62D5-32F8514B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78200-3BB2-6A48-8D9F-FB6A867A5714}" type="datetime1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CEF67-77A9-BA60-25D2-76DDDBE23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4CCC4-5D63-6D37-29B8-BBBA35AE1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185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13F8-28B7-2D7A-C24B-E265F223E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87B85-2D08-D435-E463-132642633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F8373-16C1-6FA1-C1BB-B4CF93CE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0B211-25CD-5B44-86DF-740C09447E1C}" type="datetime1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77383-CC2B-7959-6BAE-5AB91876D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ECF90-7B3A-5AB7-CD70-3DA18974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89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69A22E-ED79-6643-D407-684FFC8385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6BFBAA-BD11-4F7D-8425-4C04610C1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A8FBB-C918-3291-D439-9FF1593A1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F819-37B5-D84D-8D08-DC1B2804897A}" type="datetime1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26972-B039-E791-F3EE-471D9DD5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2D4BE-B792-5C95-8D7B-1C3A5EE7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53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153478-0B1E-1AFD-2742-48122A93D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EFDBD-33A2-1B2A-476D-9EA37686E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A39B8-6428-2C3D-F1AF-6DDB28C49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536CE4-6ED5-4243-8E1A-797E2655F56C}" type="datetime1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08AD2-2AF8-473F-E085-8C7785228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58087-208F-C501-BE94-9E7865F88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508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31.png"/><Relationship Id="rId18" Type="http://schemas.openxmlformats.org/officeDocument/2006/relationships/image" Target="../media/image34.png"/><Relationship Id="rId26" Type="http://schemas.openxmlformats.org/officeDocument/2006/relationships/image" Target="../media/image33.png"/><Relationship Id="rId3" Type="http://schemas.openxmlformats.org/officeDocument/2006/relationships/image" Target="../media/image28.png"/><Relationship Id="rId21" Type="http://schemas.openxmlformats.org/officeDocument/2006/relationships/customXml" Target="../ink/ink8.xml"/><Relationship Id="rId7" Type="http://schemas.openxmlformats.org/officeDocument/2006/relationships/image" Target="../media/image290.png"/><Relationship Id="rId12" Type="http://schemas.openxmlformats.org/officeDocument/2006/relationships/image" Target="../media/image300.png"/><Relationship Id="rId25" Type="http://schemas.openxmlformats.org/officeDocument/2006/relationships/customXml" Target="../ink/ink10.xml"/><Relationship Id="rId2" Type="http://schemas.openxmlformats.org/officeDocument/2006/relationships/notesSlide" Target="../notesSlides/notesSlide1.xml"/><Relationship Id="rId20" Type="http://schemas.openxmlformats.org/officeDocument/2006/relationships/image" Target="../media/image35.png"/><Relationship Id="rId29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customXml" Target="../ink/ink5.xml"/><Relationship Id="rId24" Type="http://schemas.openxmlformats.org/officeDocument/2006/relationships/image" Target="../media/image37.png"/><Relationship Id="rId5" Type="http://schemas.openxmlformats.org/officeDocument/2006/relationships/image" Target="../media/image30.png"/><Relationship Id="rId15" Type="http://schemas.openxmlformats.org/officeDocument/2006/relationships/customXml" Target="../ink/ink6.xml"/><Relationship Id="rId23" Type="http://schemas.openxmlformats.org/officeDocument/2006/relationships/customXml" Target="../ink/ink9.xml"/><Relationship Id="rId28" Type="http://schemas.openxmlformats.org/officeDocument/2006/relationships/image" Target="../media/image38.png"/><Relationship Id="rId10" Type="http://schemas.openxmlformats.org/officeDocument/2006/relationships/customXml" Target="../ink/ink4.xml"/><Relationship Id="rId19" Type="http://schemas.openxmlformats.org/officeDocument/2006/relationships/customXml" Target="../ink/ink7.xml"/><Relationship Id="rId31" Type="http://schemas.openxmlformats.org/officeDocument/2006/relationships/customXml" Target="../ink/ink13.xml"/><Relationship Id="rId4" Type="http://schemas.openxmlformats.org/officeDocument/2006/relationships/image" Target="../media/image29.png"/><Relationship Id="rId9" Type="http://schemas.openxmlformats.org/officeDocument/2006/relationships/customXml" Target="../ink/ink3.xml"/><Relationship Id="rId14" Type="http://schemas.openxmlformats.org/officeDocument/2006/relationships/image" Target="../media/image32.png"/><Relationship Id="rId22" Type="http://schemas.openxmlformats.org/officeDocument/2006/relationships/image" Target="../media/image36.png"/><Relationship Id="rId27" Type="http://schemas.openxmlformats.org/officeDocument/2006/relationships/customXml" Target="../ink/ink11.xml"/><Relationship Id="rId30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>
            <a:extLst>
              <a:ext uri="{FF2B5EF4-FFF2-40B4-BE49-F238E27FC236}">
                <a16:creationId xmlns:a16="http://schemas.microsoft.com/office/drawing/2014/main" id="{46E0BC2F-E8A8-9133-F285-58710FF57303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460005" y="160592"/>
            <a:ext cx="3528695" cy="1014730"/>
          </a:xfrm>
          <a:prstGeom prst="rect">
            <a:avLst/>
          </a:prstGeom>
        </p:spPr>
      </p:pic>
      <p:pic>
        <p:nvPicPr>
          <p:cNvPr id="5" name="Grafik 6">
            <a:extLst>
              <a:ext uri="{FF2B5EF4-FFF2-40B4-BE49-F238E27FC236}">
                <a16:creationId xmlns:a16="http://schemas.microsoft.com/office/drawing/2014/main" id="{27861700-570B-0E49-E007-25ACC082D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013" y="5706494"/>
            <a:ext cx="1851987" cy="914409"/>
          </a:xfrm>
          <a:prstGeom prst="rect">
            <a:avLst/>
          </a:prstGeom>
        </p:spPr>
      </p:pic>
      <p:pic>
        <p:nvPicPr>
          <p:cNvPr id="6" name="Picture 18" descr="A green spiral on a black background&#10;&#10;Description automatically generated">
            <a:extLst>
              <a:ext uri="{FF2B5EF4-FFF2-40B4-BE49-F238E27FC236}">
                <a16:creationId xmlns:a16="http://schemas.microsoft.com/office/drawing/2014/main" id="{4652E9A5-C3C8-3FC6-14D6-BE4F4DCFD8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813" y="6043761"/>
            <a:ext cx="1055918" cy="582109"/>
          </a:xfrm>
          <a:prstGeom prst="rect">
            <a:avLst/>
          </a:prstGeom>
        </p:spPr>
      </p:pic>
      <p:pic>
        <p:nvPicPr>
          <p:cNvPr id="7" name="Grafik 7">
            <a:extLst>
              <a:ext uri="{FF2B5EF4-FFF2-40B4-BE49-F238E27FC236}">
                <a16:creationId xmlns:a16="http://schemas.microsoft.com/office/drawing/2014/main" id="{10D8FC29-8DAE-C1D4-9D5B-DEB34E5706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92" y="4934044"/>
            <a:ext cx="1293208" cy="1293208"/>
          </a:xfrm>
          <a:prstGeom prst="rect">
            <a:avLst/>
          </a:prstGeom>
        </p:spPr>
      </p:pic>
      <p:sp>
        <p:nvSpPr>
          <p:cNvPr id="8" name="Rechteck 3">
            <a:extLst>
              <a:ext uri="{FF2B5EF4-FFF2-40B4-BE49-F238E27FC236}">
                <a16:creationId xmlns:a16="http://schemas.microsoft.com/office/drawing/2014/main" id="{277BF6AC-36CC-9F1B-D82E-C0110B9514C3}"/>
              </a:ext>
            </a:extLst>
          </p:cNvPr>
          <p:cNvSpPr/>
          <p:nvPr/>
        </p:nvSpPr>
        <p:spPr>
          <a:xfrm>
            <a:off x="266330" y="6003044"/>
            <a:ext cx="2926049" cy="646331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4644" t="-76596" r="-25829" b="-7287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0387D808-62F4-DC90-06A7-F6080D0E5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0734"/>
            <a:ext cx="9144000" cy="2387600"/>
          </a:xfrm>
        </p:spPr>
        <p:txBody>
          <a:bodyPr>
            <a:normAutofit/>
          </a:bodyPr>
          <a:lstStyle/>
          <a:p>
            <a:r>
              <a:rPr lang="de-DE" dirty="0"/>
              <a:t>Amanda Souza Câmara</a:t>
            </a:r>
          </a:p>
          <a:p>
            <a:r>
              <a:rPr lang="de-DE" dirty="0"/>
              <a:t>Leibniz Institute </a:t>
            </a:r>
            <a:r>
              <a:rPr lang="de-DE" dirty="0" err="1"/>
              <a:t>of</a:t>
            </a:r>
            <a:r>
              <a:rPr lang="de-DE" dirty="0"/>
              <a:t> Plant </a:t>
            </a:r>
            <a:r>
              <a:rPr lang="de-DE" dirty="0" err="1"/>
              <a:t>Genetics</a:t>
            </a:r>
            <a:r>
              <a:rPr lang="de-DE" dirty="0"/>
              <a:t> and </a:t>
            </a:r>
            <a:r>
              <a:rPr lang="de-DE" dirty="0" err="1"/>
              <a:t>Crop</a:t>
            </a:r>
            <a:r>
              <a:rPr lang="de-DE" dirty="0"/>
              <a:t> Plant Research</a:t>
            </a:r>
          </a:p>
          <a:p>
            <a:endParaRPr lang="de-DE" dirty="0"/>
          </a:p>
          <a:p>
            <a:endParaRPr lang="de-DE" dirty="0"/>
          </a:p>
          <a:p>
            <a:r>
              <a:rPr lang="en-GB" dirty="0"/>
              <a:t>26 de </a:t>
            </a:r>
            <a:r>
              <a:rPr lang="en-GB" dirty="0" err="1"/>
              <a:t>outubro</a:t>
            </a:r>
            <a:r>
              <a:rPr lang="en-GB" dirty="0"/>
              <a:t> de 2026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FDFD316F-AD5A-6273-3E40-879A466C6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pt-BR" dirty="0"/>
              <a:t>Captura de Conformação de Cromossomo</a:t>
            </a:r>
            <a:r>
              <a:rPr lang="en-US" dirty="0"/>
              <a:t> 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385334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6ED38C-11DD-DD3C-340A-453E6E86E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15815"/>
            <a:ext cx="10090851" cy="506247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E09A3-0BFA-5202-D0C1-B41AEDD5F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30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9390F-5DCF-D895-E64C-FD7B5DFF3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experiment de 3C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4977DA-DF87-D297-9408-C7F3C62F1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744" t="1660" r="51119" b="17337"/>
          <a:stretch>
            <a:fillRect/>
          </a:stretch>
        </p:blipFill>
        <p:spPr>
          <a:xfrm>
            <a:off x="2359819" y="1444155"/>
            <a:ext cx="7472362" cy="541384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824DCA-F68A-007A-7967-282735F10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11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93C30-E7B1-97C4-98FF-5B403B99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B0D75-5E91-368A-A8DC-D3F35772C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experiment de 3C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94AD2B-679A-0329-298A-B9322CCAA7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9957" t="1659"/>
          <a:stretch>
            <a:fillRect/>
          </a:stretch>
        </p:blipFill>
        <p:spPr>
          <a:xfrm>
            <a:off x="5392148" y="1027906"/>
            <a:ext cx="5747610" cy="55722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AE442D-0E63-87EC-05AA-5972EBF5546C}"/>
              </a:ext>
            </a:extLst>
          </p:cNvPr>
          <p:cNvSpPr txBox="1"/>
          <p:nvPr/>
        </p:nvSpPr>
        <p:spPr>
          <a:xfrm>
            <a:off x="10163902" y="359070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5+6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40C7A7-7F9C-ECF1-D82A-8E4E1B920955}"/>
              </a:ext>
            </a:extLst>
          </p:cNvPr>
          <p:cNvSpPr txBox="1"/>
          <p:nvPr/>
        </p:nvSpPr>
        <p:spPr>
          <a:xfrm>
            <a:off x="10163902" y="5231889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6+13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357C54-DA27-569D-E22F-6D02D2A52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03" y="1534669"/>
            <a:ext cx="4942845" cy="1637599"/>
          </a:xfrm>
          <a:prstGeom prst="rect">
            <a:avLst/>
          </a:prstGeom>
        </p:spPr>
      </p:pic>
      <p:pic>
        <p:nvPicPr>
          <p:cNvPr id="4" name="Picture 3" descr="Junk DNA' may help yeast survive stress | Science | AAAS">
            <a:extLst>
              <a:ext uri="{FF2B5EF4-FFF2-40B4-BE49-F238E27FC236}">
                <a16:creationId xmlns:a16="http://schemas.microsoft.com/office/drawing/2014/main" id="{EDD330C1-1BF9-8109-4780-F4D5475D1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79" y="4599681"/>
            <a:ext cx="3232332" cy="18181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463B01-517A-7BEE-A38D-62B1D1EB0F71}"/>
              </a:ext>
            </a:extLst>
          </p:cNvPr>
          <p:cNvSpPr txBox="1"/>
          <p:nvPr/>
        </p:nvSpPr>
        <p:spPr>
          <a:xfrm>
            <a:off x="531779" y="6417868"/>
            <a:ext cx="1040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levedura</a:t>
            </a:r>
            <a:endParaRPr lang="en-US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34614036-304B-B527-FB0E-57AEB46E36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4" t="49684" r="79103" b="17337"/>
          <a:stretch>
            <a:fillRect/>
          </a:stretch>
        </p:blipFill>
        <p:spPr>
          <a:xfrm>
            <a:off x="1572705" y="2856056"/>
            <a:ext cx="2455334" cy="1743625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7A7DE01-4DCF-E5BE-C116-B5FED2CA5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75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DB56E-D129-CEE5-25CA-60E5AF841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Quantificação</a:t>
            </a:r>
            <a:r>
              <a:rPr lang="en-US" dirty="0"/>
              <a:t> </a:t>
            </a:r>
            <a:r>
              <a:rPr lang="en-US" dirty="0" err="1"/>
              <a:t>pra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as </a:t>
            </a:r>
            <a:r>
              <a:rPr lang="en-US" dirty="0" err="1"/>
              <a:t>possíveis</a:t>
            </a:r>
            <a:r>
              <a:rPr lang="en-US" dirty="0"/>
              <a:t> </a:t>
            </a:r>
            <a:r>
              <a:rPr lang="en-US" dirty="0" err="1"/>
              <a:t>combinações</a:t>
            </a:r>
            <a:r>
              <a:rPr lang="en-US" dirty="0"/>
              <a:t> de primers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5CC364-0891-74F1-6498-B6A13C91B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297" y="1854635"/>
            <a:ext cx="6121400" cy="3949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9F3C2A-917B-FDFA-6597-A022B321F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03" y="1534669"/>
            <a:ext cx="4942845" cy="1637599"/>
          </a:xfrm>
          <a:prstGeom prst="rect">
            <a:avLst/>
          </a:prstGeom>
        </p:spPr>
      </p:pic>
      <p:pic>
        <p:nvPicPr>
          <p:cNvPr id="8" name="Picture 7" descr="Junk DNA' may help yeast survive stress | Science | AAAS">
            <a:extLst>
              <a:ext uri="{FF2B5EF4-FFF2-40B4-BE49-F238E27FC236}">
                <a16:creationId xmlns:a16="http://schemas.microsoft.com/office/drawing/2014/main" id="{0D33E398-ADC9-0893-47F1-6127D2889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79" y="4599681"/>
            <a:ext cx="3232332" cy="18181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A69E93-63A0-47D0-E522-93BD6D8DF55A}"/>
              </a:ext>
            </a:extLst>
          </p:cNvPr>
          <p:cNvSpPr txBox="1"/>
          <p:nvPr/>
        </p:nvSpPr>
        <p:spPr>
          <a:xfrm>
            <a:off x="531779" y="6417868"/>
            <a:ext cx="1040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levedura</a:t>
            </a:r>
            <a:endParaRPr lang="en-US" dirty="0"/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5327B6B4-3F3F-3E53-40C3-0C1893475A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64" t="49684" r="79103" b="17337"/>
          <a:stretch>
            <a:fillRect/>
          </a:stretch>
        </p:blipFill>
        <p:spPr>
          <a:xfrm>
            <a:off x="1572705" y="2856056"/>
            <a:ext cx="2455334" cy="1743625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57DEB48-7260-4D6B-16CC-275D0CEAA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17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6C0AE-EA35-C1EF-941B-D0F0DE008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36316-93BD-1CF5-5802-2A303EF56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74" y="1691322"/>
            <a:ext cx="4198469" cy="3475355"/>
          </a:xfrm>
        </p:spPr>
        <p:txBody>
          <a:bodyPr/>
          <a:lstStyle/>
          <a:p>
            <a:r>
              <a:rPr lang="en-US" dirty="0" err="1"/>
              <a:t>Frequência</a:t>
            </a:r>
            <a:r>
              <a:rPr lang="en-US" dirty="0"/>
              <a:t> de </a:t>
            </a:r>
            <a:r>
              <a:rPr lang="en-US" dirty="0" err="1"/>
              <a:t>contato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D9E515-B1B9-7603-29B2-517398AE01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635"/>
          <a:stretch>
            <a:fillRect/>
          </a:stretch>
        </p:blipFill>
        <p:spPr>
          <a:xfrm>
            <a:off x="4473143" y="0"/>
            <a:ext cx="7606583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AEF179C-C0E2-D996-3D18-EEB518D5DFAD}"/>
              </a:ext>
            </a:extLst>
          </p:cNvPr>
          <p:cNvSpPr/>
          <p:nvPr/>
        </p:nvSpPr>
        <p:spPr>
          <a:xfrm>
            <a:off x="6505303" y="3801291"/>
            <a:ext cx="1319348" cy="10580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441E30-E30A-DB17-113E-FF6D69B19C25}"/>
              </a:ext>
            </a:extLst>
          </p:cNvPr>
          <p:cNvSpPr/>
          <p:nvPr/>
        </p:nvSpPr>
        <p:spPr>
          <a:xfrm>
            <a:off x="10445931" y="3801291"/>
            <a:ext cx="1319348" cy="10580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2DED34-06E1-D755-734B-1925632C1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43" y="4474527"/>
            <a:ext cx="4178300" cy="1384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BB3E5E-7708-FB8A-0A8E-6E299E8F4730}"/>
              </a:ext>
            </a:extLst>
          </p:cNvPr>
          <p:cNvSpPr txBox="1"/>
          <p:nvPr/>
        </p:nvSpPr>
        <p:spPr>
          <a:xfrm>
            <a:off x="5823325" y="-65316"/>
            <a:ext cx="5282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Média</a:t>
            </a:r>
            <a:r>
              <a:rPr lang="en-US" dirty="0"/>
              <a:t> de </a:t>
            </a:r>
            <a:r>
              <a:rPr lang="en-US" dirty="0" err="1"/>
              <a:t>contatos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distância</a:t>
            </a:r>
            <a:r>
              <a:rPr lang="en-US" dirty="0"/>
              <a:t> entre </a:t>
            </a:r>
            <a:r>
              <a:rPr lang="en-US" dirty="0" err="1"/>
              <a:t>sítios</a:t>
            </a:r>
            <a:r>
              <a:rPr lang="en-US" dirty="0"/>
              <a:t> </a:t>
            </a:r>
            <a:r>
              <a:rPr lang="en-US" dirty="0" err="1"/>
              <a:t>ligados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A43A8CA-318E-CA37-9E66-E2EE22E94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93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EC37D-932D-79A3-DEC7-83351CE22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5C463-49C6-DBB6-82BA-D59F21F1E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74" y="1691322"/>
            <a:ext cx="4198469" cy="3475355"/>
          </a:xfrm>
        </p:spPr>
        <p:txBody>
          <a:bodyPr/>
          <a:lstStyle/>
          <a:p>
            <a:r>
              <a:rPr lang="en-US" dirty="0" err="1"/>
              <a:t>Frequência</a:t>
            </a:r>
            <a:r>
              <a:rPr lang="en-US" dirty="0"/>
              <a:t> de </a:t>
            </a:r>
            <a:r>
              <a:rPr lang="en-US" dirty="0" err="1"/>
              <a:t>contato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9D7D93-743D-BCB3-739F-0AF2EC7860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635"/>
          <a:stretch>
            <a:fillRect/>
          </a:stretch>
        </p:blipFill>
        <p:spPr>
          <a:xfrm>
            <a:off x="4473143" y="0"/>
            <a:ext cx="760658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9B6853-B092-00CA-B5DC-9F248021B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43" y="4474527"/>
            <a:ext cx="4178300" cy="1384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11FBE0-B6EF-54E3-260B-88A678DBA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42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28E8F-3A60-AE95-B41D-4D40FD399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Mapa de </a:t>
            </a:r>
            <a:r>
              <a:rPr lang="en-US" dirty="0" err="1"/>
              <a:t>contatos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B9707F-8796-6531-2A3A-6F8F286041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143"/>
          <a:stretch>
            <a:fillRect/>
          </a:stretch>
        </p:blipFill>
        <p:spPr>
          <a:xfrm>
            <a:off x="328749" y="1445581"/>
            <a:ext cx="11136970" cy="504729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824709D-45A6-3F8B-B817-58CC230BCFEE}"/>
              </a:ext>
            </a:extLst>
          </p:cNvPr>
          <p:cNvSpPr/>
          <p:nvPr/>
        </p:nvSpPr>
        <p:spPr>
          <a:xfrm>
            <a:off x="6096000" y="1315844"/>
            <a:ext cx="5369719" cy="47950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C31DEF-70EA-9727-A4F0-FF928792D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99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486FB-F576-CBEC-318C-13F849F8A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A07B9-CA2A-F511-9C79-D65359621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Mapa de </a:t>
            </a:r>
            <a:r>
              <a:rPr lang="en-US" dirty="0" err="1"/>
              <a:t>contatos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45B51D-F076-E671-80D2-69C7D4363D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143"/>
          <a:stretch>
            <a:fillRect/>
          </a:stretch>
        </p:blipFill>
        <p:spPr>
          <a:xfrm>
            <a:off x="328749" y="1445581"/>
            <a:ext cx="11136970" cy="504729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FAB77B-DC43-C058-BC32-575150DF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933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8D8C23-AFA8-E78B-4AB7-F8FF18B6F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155" y="10669"/>
            <a:ext cx="4548094" cy="6847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92E625C-D138-C700-5ABA-283AA421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271" y="1401390"/>
            <a:ext cx="1985229" cy="3475355"/>
          </a:xfrm>
        </p:spPr>
        <p:txBody>
          <a:bodyPr/>
          <a:lstStyle/>
          <a:p>
            <a:r>
              <a:rPr lang="en-US" dirty="0"/>
              <a:t>Família 3C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A17E03-8C34-6697-53C2-20454D2459F4}"/>
              </a:ext>
            </a:extLst>
          </p:cNvPr>
          <p:cNvSpPr txBox="1"/>
          <p:nvPr/>
        </p:nvSpPr>
        <p:spPr>
          <a:xfrm>
            <a:off x="6305249" y="6388307"/>
            <a:ext cx="2712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Denker and de Laat, 2016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49B02A-DCD9-7A66-AC23-33EB241E9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033" y="1501066"/>
            <a:ext cx="5343184" cy="35676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64D04C-AC71-3764-3AEF-35A731C4DEAA}"/>
              </a:ext>
            </a:extLst>
          </p:cNvPr>
          <p:cNvSpPr txBox="1"/>
          <p:nvPr/>
        </p:nvSpPr>
        <p:spPr>
          <a:xfrm>
            <a:off x="9988598" y="5068746"/>
            <a:ext cx="21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Simková</a:t>
            </a:r>
            <a:r>
              <a:rPr lang="en-US" dirty="0"/>
              <a:t> et al, 2024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BF56CDB-BEE6-336C-00EA-40B59D00E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149" y="6388307"/>
            <a:ext cx="369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D440B1-83D2-0A02-50C4-50B1C6CF0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11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86405F-5B04-66D8-724A-3CD5AE4C5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8" y="1148997"/>
            <a:ext cx="11332705" cy="42593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EB58015-8D46-D40E-8F7E-AF9ACD3CEFDA}"/>
              </a:ext>
            </a:extLst>
          </p:cNvPr>
          <p:cNvSpPr/>
          <p:nvPr/>
        </p:nvSpPr>
        <p:spPr>
          <a:xfrm>
            <a:off x="6266985" y="1148997"/>
            <a:ext cx="5363737" cy="545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556869-1BD8-E61A-0D47-38F37CBB0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051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753D5-26EF-1ABC-D221-CD00CA8E0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experiment de Hi-C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AEC8EE-7273-1699-D2D4-C0515FA46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873" y="1781565"/>
            <a:ext cx="11563815" cy="451935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B58B02-2016-B1B2-894B-BF4AED73F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84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3479F-68F5-C18C-8CF7-FA4BA802D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Preenchimento</a:t>
            </a:r>
            <a:r>
              <a:rPr lang="en-US" dirty="0"/>
              <a:t> com DNA </a:t>
            </a:r>
            <a:r>
              <a:rPr lang="en-US" dirty="0" err="1"/>
              <a:t>polimerase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AEC71-6EA0-87CB-8DF5-0DD3CC57E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660" y="2281522"/>
            <a:ext cx="8007100" cy="36395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129AEE-2A26-0862-1DAF-FE02F4BD412D}"/>
              </a:ext>
            </a:extLst>
          </p:cNvPr>
          <p:cNvSpPr txBox="1"/>
          <p:nvPr/>
        </p:nvSpPr>
        <p:spPr>
          <a:xfrm>
            <a:off x="2623279" y="4921876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3’- OH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856DA4-63FF-DD07-AEE5-0EB0782A280E}"/>
              </a:ext>
            </a:extLst>
          </p:cNvPr>
          <p:cNvSpPr txBox="1"/>
          <p:nvPr/>
        </p:nvSpPr>
        <p:spPr>
          <a:xfrm>
            <a:off x="4190369" y="4921876"/>
            <a:ext cx="118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5’- </a:t>
            </a:r>
            <a:r>
              <a:rPr lang="en-US" dirty="0" err="1"/>
              <a:t>fosfato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834343-278A-8D3C-BDF9-071D5EA7778E}"/>
              </a:ext>
            </a:extLst>
          </p:cNvPr>
          <p:cNvSpPr txBox="1"/>
          <p:nvPr/>
        </p:nvSpPr>
        <p:spPr>
          <a:xfrm>
            <a:off x="7155304" y="4921876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3’- OH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E78A28-2F04-D7B8-50DC-1385A03BEFA0}"/>
              </a:ext>
            </a:extLst>
          </p:cNvPr>
          <p:cNvSpPr txBox="1"/>
          <p:nvPr/>
        </p:nvSpPr>
        <p:spPr>
          <a:xfrm>
            <a:off x="8347644" y="4921876"/>
            <a:ext cx="118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5’- </a:t>
            </a:r>
            <a:r>
              <a:rPr lang="en-US" dirty="0" err="1"/>
              <a:t>fosfato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AC3DE1-251B-E80E-EA6E-34E21ABD7B7B}"/>
              </a:ext>
            </a:extLst>
          </p:cNvPr>
          <p:cNvSpPr txBox="1"/>
          <p:nvPr/>
        </p:nvSpPr>
        <p:spPr>
          <a:xfrm>
            <a:off x="176709" y="6344923"/>
            <a:ext cx="1998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Bertero et al, 2017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DFA68E-CBD7-C53B-BE9A-0A7F1A095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118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B2FC6-328B-BA06-2C27-93494970E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4F4DC-6770-4C4E-A964-B27F1CE45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experiment de Hi-C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CA9738-1D25-DF53-8A15-D74060341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873" y="1781565"/>
            <a:ext cx="11563815" cy="451935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EB66E7-9716-EC4A-7136-9EC6555B1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33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332AA-0DD0-B2C5-487B-69FF3ADAA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49388"/>
          </a:xfrm>
        </p:spPr>
        <p:txBody>
          <a:bodyPr>
            <a:normAutofit/>
          </a:bodyPr>
          <a:lstStyle/>
          <a:p>
            <a:r>
              <a:rPr lang="en-US" dirty="0" err="1"/>
              <a:t>Sequenciamento</a:t>
            </a:r>
            <a:r>
              <a:rPr lang="en-US" dirty="0"/>
              <a:t> e </a:t>
            </a:r>
            <a:r>
              <a:rPr lang="en-US" dirty="0" err="1"/>
              <a:t>mapeamento</a:t>
            </a:r>
            <a:r>
              <a:rPr lang="en-US" dirty="0"/>
              <a:t> dos pares de </a:t>
            </a:r>
            <a:r>
              <a:rPr lang="en-US" dirty="0" err="1"/>
              <a:t>sequências</a:t>
            </a:r>
            <a:r>
              <a:rPr lang="en-US" dirty="0"/>
              <a:t> num </a:t>
            </a:r>
            <a:r>
              <a:rPr lang="en-US" dirty="0" err="1"/>
              <a:t>genoma</a:t>
            </a:r>
            <a:r>
              <a:rPr lang="en-US" dirty="0"/>
              <a:t> de </a:t>
            </a:r>
            <a:r>
              <a:rPr lang="en-US" dirty="0" err="1"/>
              <a:t>referência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2742A9-481A-0775-2FAB-6C58A5844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829" y="1914526"/>
            <a:ext cx="8238342" cy="47997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161F10-507A-0A7F-1625-B694A6EC8204}"/>
              </a:ext>
            </a:extLst>
          </p:cNvPr>
          <p:cNvSpPr txBox="1"/>
          <p:nvPr/>
        </p:nvSpPr>
        <p:spPr>
          <a:xfrm>
            <a:off x="176709" y="6344923"/>
            <a:ext cx="1571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Pal et al, 2018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3C9744-E560-8223-591F-E774D49F2F2E}"/>
              </a:ext>
            </a:extLst>
          </p:cNvPr>
          <p:cNvSpPr/>
          <p:nvPr/>
        </p:nvSpPr>
        <p:spPr>
          <a:xfrm>
            <a:off x="1857375" y="5629277"/>
            <a:ext cx="1800225" cy="11421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AC2C08-1E65-026E-D84F-424AF50B4F06}"/>
              </a:ext>
            </a:extLst>
          </p:cNvPr>
          <p:cNvSpPr/>
          <p:nvPr/>
        </p:nvSpPr>
        <p:spPr>
          <a:xfrm>
            <a:off x="4938725" y="5624509"/>
            <a:ext cx="1800225" cy="11421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D3775F-CB3A-26E0-BBBC-0838043D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32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7E761-9A41-37A7-375E-FB6187DA3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Mapas de </a:t>
            </a:r>
            <a:r>
              <a:rPr lang="en-US" dirty="0" err="1"/>
              <a:t>contato</a:t>
            </a:r>
            <a:r>
              <a:rPr lang="en-US" dirty="0"/>
              <a:t> a </a:t>
            </a:r>
            <a:r>
              <a:rPr lang="en-US" dirty="0" err="1"/>
              <a:t>depender</a:t>
            </a:r>
            <a:r>
              <a:rPr lang="en-US" dirty="0"/>
              <a:t> da </a:t>
            </a:r>
            <a:r>
              <a:rPr lang="en-US" dirty="0" err="1"/>
              <a:t>enzima</a:t>
            </a:r>
            <a:r>
              <a:rPr lang="en-US" dirty="0"/>
              <a:t> de </a:t>
            </a:r>
            <a:r>
              <a:rPr lang="en-US" dirty="0" err="1"/>
              <a:t>digestão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15EB1F-0FE4-4309-CC66-37132CE5AC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015" y="1948103"/>
            <a:ext cx="10515600" cy="366033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66204A-1C01-620D-9C07-660F5BB2B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5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B84AB-E21D-D34F-DE3E-16D0F1A20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Frequência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probabilidade</a:t>
            </a:r>
            <a:r>
              <a:rPr lang="en-US" dirty="0"/>
              <a:t> de </a:t>
            </a:r>
            <a:r>
              <a:rPr lang="en-US" dirty="0" err="1"/>
              <a:t>contatos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3F7776-EE4F-681B-779D-7D15B2BEA8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962"/>
          <a:stretch>
            <a:fillRect/>
          </a:stretch>
        </p:blipFill>
        <p:spPr>
          <a:xfrm>
            <a:off x="4716237" y="1511525"/>
            <a:ext cx="6264729" cy="494869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245EEF-CF08-7777-E8F9-4F38FC1596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64315"/>
          <a:stretch>
            <a:fillRect/>
          </a:stretch>
        </p:blipFill>
        <p:spPr>
          <a:xfrm>
            <a:off x="591018" y="1598833"/>
            <a:ext cx="3752385" cy="36603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CA6906-134D-026A-73D6-9FC5D7D81FC5}"/>
              </a:ext>
            </a:extLst>
          </p:cNvPr>
          <p:cNvSpPr txBox="1"/>
          <p:nvPr/>
        </p:nvSpPr>
        <p:spPr>
          <a:xfrm>
            <a:off x="5698686" y="1229501"/>
            <a:ext cx="5282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Média</a:t>
            </a:r>
            <a:r>
              <a:rPr lang="en-US" dirty="0"/>
              <a:t> de </a:t>
            </a:r>
            <a:r>
              <a:rPr lang="en-US" dirty="0" err="1"/>
              <a:t>contatos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distância</a:t>
            </a:r>
            <a:r>
              <a:rPr lang="en-US" dirty="0"/>
              <a:t> entre </a:t>
            </a:r>
            <a:r>
              <a:rPr lang="en-US" dirty="0" err="1"/>
              <a:t>sítios</a:t>
            </a:r>
            <a:r>
              <a:rPr lang="en-US" dirty="0"/>
              <a:t> </a:t>
            </a:r>
            <a:r>
              <a:rPr lang="en-US" dirty="0" err="1"/>
              <a:t>ligados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CE4C6D-6F41-8E34-7AF9-BA1790DC90C0}"/>
              </a:ext>
            </a:extLst>
          </p:cNvPr>
          <p:cNvSpPr txBox="1"/>
          <p:nvPr/>
        </p:nvSpPr>
        <p:spPr>
          <a:xfrm>
            <a:off x="6979118" y="6372910"/>
            <a:ext cx="3366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Padrão</a:t>
            </a:r>
            <a:r>
              <a:rPr lang="en-US" dirty="0"/>
              <a:t> global, </a:t>
            </a:r>
            <a:r>
              <a:rPr lang="en-US" dirty="0" err="1"/>
              <a:t>geral</a:t>
            </a:r>
            <a:r>
              <a:rPr lang="en-US" dirty="0"/>
              <a:t> de </a:t>
            </a:r>
            <a:r>
              <a:rPr lang="en-US" dirty="0" err="1"/>
              <a:t>contatos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F37EE6-1250-33A2-9755-756EE2574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5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F7A15-4DE0-2FFE-C3FC-D5347481E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CAE98-7ABB-8FDA-2BF8-CD69F685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Frequência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probabilidade</a:t>
            </a:r>
            <a:r>
              <a:rPr lang="en-US" dirty="0"/>
              <a:t> de </a:t>
            </a:r>
            <a:r>
              <a:rPr lang="en-US" dirty="0" err="1"/>
              <a:t>contatos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268699-8C6B-D924-844F-C6EEA8A184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883"/>
          <a:stretch>
            <a:fillRect/>
          </a:stretch>
        </p:blipFill>
        <p:spPr>
          <a:xfrm>
            <a:off x="375557" y="1402916"/>
            <a:ext cx="5230586" cy="49486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D1D169-8F09-5AFF-BBB3-7AB2D15D15CE}"/>
                  </a:ext>
                </a:extLst>
              </p:cNvPr>
              <p:cNvSpPr txBox="1"/>
              <p:nvPr/>
            </p:nvSpPr>
            <p:spPr>
              <a:xfrm>
                <a:off x="5902778" y="2237014"/>
                <a:ext cx="5694251" cy="575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𝐶𝑜𝑛𝑡𝑎𝑡𝑜𝑠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𝑜𝑏𝑠𝑒𝑟𝑣𝑎𝑑𝑜𝑠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𝐶𝑜𝑛𝑡𝑎𝑡𝑜𝑠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𝑒𝑠𝑝𝑒𝑟𝑎𝑑𝑜𝑠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𝑑𝑖𝑎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𝑐𝑜𝑛𝑡𝑎𝑡𝑜𝑠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𝑑𝑖𝑠𝑡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𝑛𝑐𝑖𝑎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D1D169-8F09-5AFF-BBB3-7AB2D15D1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778" y="2237014"/>
                <a:ext cx="5694251" cy="575094"/>
              </a:xfrm>
              <a:prstGeom prst="rect">
                <a:avLst/>
              </a:prstGeom>
              <a:blipFill>
                <a:blip r:embed="rId3"/>
                <a:stretch>
                  <a:fillRect l="-445" t="-8696" r="-1114"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ECA1E67-27A7-3E67-8B49-7270009F28E9}"/>
              </a:ext>
            </a:extLst>
          </p:cNvPr>
          <p:cNvSpPr txBox="1"/>
          <p:nvPr/>
        </p:nvSpPr>
        <p:spPr>
          <a:xfrm>
            <a:off x="5902778" y="3738031"/>
            <a:ext cx="33430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Menos </a:t>
            </a:r>
            <a:r>
              <a:rPr lang="en-US" dirty="0" err="1"/>
              <a:t>que</a:t>
            </a:r>
            <a:r>
              <a:rPr lang="en-US" dirty="0"/>
              <a:t> o </a:t>
            </a:r>
            <a:r>
              <a:rPr lang="en-US" dirty="0" err="1"/>
              <a:t>esperado</a:t>
            </a:r>
            <a:r>
              <a:rPr lang="en-US" dirty="0"/>
              <a:t> – </a:t>
            </a:r>
            <a:r>
              <a:rPr lang="en-US" dirty="0" err="1"/>
              <a:t>azul</a:t>
            </a:r>
            <a:endParaRPr lang="en-US" dirty="0"/>
          </a:p>
          <a:p>
            <a:r>
              <a:rPr lang="en-US" dirty="0"/>
              <a:t>Mais </a:t>
            </a:r>
            <a:r>
              <a:rPr lang="en-US" dirty="0" err="1"/>
              <a:t>que</a:t>
            </a:r>
            <a:r>
              <a:rPr lang="en-US" dirty="0"/>
              <a:t> o </a:t>
            </a:r>
            <a:r>
              <a:rPr lang="en-US" dirty="0" err="1"/>
              <a:t>esperado</a:t>
            </a:r>
            <a:r>
              <a:rPr lang="en-US" dirty="0"/>
              <a:t> - </a:t>
            </a:r>
            <a:r>
              <a:rPr lang="en-US" dirty="0" err="1"/>
              <a:t>vermelho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032849-A6D9-9A3A-66A8-832089012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20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294F-28FD-EAAD-6362-651156EB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Enfatizando</a:t>
            </a:r>
            <a:r>
              <a:rPr lang="en-US" dirty="0"/>
              <a:t> </a:t>
            </a:r>
            <a:r>
              <a:rPr lang="en-US" dirty="0" err="1"/>
              <a:t>diferenças</a:t>
            </a:r>
            <a:r>
              <a:rPr lang="en-US" dirty="0"/>
              <a:t> </a:t>
            </a:r>
            <a:r>
              <a:rPr lang="en-US" dirty="0" err="1"/>
              <a:t>locais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456DFE-8C83-CEFA-8ABC-A98EDB2E73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2031999"/>
            <a:ext cx="12177155" cy="417285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631D5F-E44A-2159-43BE-CC51F39CD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54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DB23E-9064-653C-246C-2AC61FA0A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Compartimentos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342079-3653-A466-0AC2-444861DC3C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352"/>
          <a:stretch>
            <a:fillRect/>
          </a:stretch>
        </p:blipFill>
        <p:spPr>
          <a:xfrm>
            <a:off x="6108703" y="2200546"/>
            <a:ext cx="5484584" cy="40120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4BFA15-EA79-02C4-50A9-089DCE2F32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927"/>
          <a:stretch>
            <a:fillRect/>
          </a:stretch>
        </p:blipFill>
        <p:spPr>
          <a:xfrm>
            <a:off x="226789" y="1683794"/>
            <a:ext cx="5484584" cy="503861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0C0B5C-BBD7-78B3-F18F-0D9B2C706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81F63-34A4-9F05-233F-CC9575F9B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08" y="2504168"/>
            <a:ext cx="3733800" cy="1325563"/>
          </a:xfrm>
        </p:spPr>
        <p:txBody>
          <a:bodyPr/>
          <a:lstStyle/>
          <a:p>
            <a:r>
              <a:rPr lang="en-US" dirty="0"/>
              <a:t>FISH de </a:t>
            </a:r>
            <a:r>
              <a:rPr lang="en-US" dirty="0" err="1"/>
              <a:t>sítios</a:t>
            </a:r>
            <a:r>
              <a:rPr lang="en-US" dirty="0"/>
              <a:t> </a:t>
            </a:r>
            <a:r>
              <a:rPr lang="en-US" dirty="0" err="1"/>
              <a:t>específicos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663AFB-B176-77E0-473A-739F7843F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308" y="0"/>
            <a:ext cx="8242692" cy="683810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D67951-316D-9535-55DA-EBD8DB580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842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6963E-F32A-B76F-854F-B6CFC2166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Frequência</a:t>
            </a:r>
            <a:r>
              <a:rPr lang="en-US" dirty="0"/>
              <a:t> de </a:t>
            </a:r>
            <a:r>
              <a:rPr lang="en-US" dirty="0" err="1"/>
              <a:t>contatos</a:t>
            </a:r>
            <a:r>
              <a:rPr lang="en-US" dirty="0"/>
              <a:t> – </a:t>
            </a:r>
            <a:r>
              <a:rPr lang="en-US" dirty="0" err="1"/>
              <a:t>padrão</a:t>
            </a:r>
            <a:r>
              <a:rPr lang="en-US" dirty="0"/>
              <a:t> global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04BC61-FF91-0933-AF03-70EDCB8D6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3447" y="1959523"/>
            <a:ext cx="5824765" cy="44827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19C15A-CD22-7AA3-A80F-6309954394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962"/>
          <a:stretch>
            <a:fillRect/>
          </a:stretch>
        </p:blipFill>
        <p:spPr>
          <a:xfrm>
            <a:off x="494976" y="1959523"/>
            <a:ext cx="5413577" cy="42763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E3A682-E0B0-374A-13D9-574ABFE0C8F0}"/>
              </a:ext>
            </a:extLst>
          </p:cNvPr>
          <p:cNvSpPr txBox="1"/>
          <p:nvPr/>
        </p:nvSpPr>
        <p:spPr>
          <a:xfrm>
            <a:off x="4107498" y="1506022"/>
            <a:ext cx="435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São a </a:t>
            </a:r>
            <a:r>
              <a:rPr lang="en-US" dirty="0" err="1"/>
              <a:t>mesma</a:t>
            </a:r>
            <a:r>
              <a:rPr lang="en-US" dirty="0"/>
              <a:t> </a:t>
            </a:r>
            <a:r>
              <a:rPr lang="en-US" dirty="0" err="1"/>
              <a:t>coisa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escalas</a:t>
            </a:r>
            <a:r>
              <a:rPr lang="en-US" dirty="0"/>
              <a:t> </a:t>
            </a:r>
            <a:r>
              <a:rPr lang="en-US" dirty="0" err="1"/>
              <a:t>diferentes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BA01A2-A660-641F-73A8-A15995CDD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01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A711D-669D-A4AE-4009-CD3FCC6D6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arranjo</a:t>
            </a:r>
            <a:r>
              <a:rPr lang="en-US" dirty="0"/>
              <a:t> da </a:t>
            </a:r>
            <a:r>
              <a:rPr lang="en-US" dirty="0" err="1"/>
              <a:t>cromatina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aleatório</a:t>
            </a:r>
            <a:r>
              <a:rPr lang="en-US" dirty="0"/>
              <a:t>!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5029A7-9A51-113F-A5BC-1BF76F570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677886"/>
            <a:ext cx="4379816" cy="33436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7B0EA3-3D20-C3AA-A1D7-54BF65A20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402" y="1477206"/>
            <a:ext cx="7164484" cy="538079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73229A-5E88-6105-DABA-9B7F73642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382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62148-A8F1-B674-2E48-47297E1C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Equilibrium e fractal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433766-34A6-1B47-531F-BC8920912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47788"/>
            <a:ext cx="9797713" cy="47805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401709-6301-1470-078B-9F66B42A4592}"/>
              </a:ext>
            </a:extLst>
          </p:cNvPr>
          <p:cNvSpPr txBox="1"/>
          <p:nvPr/>
        </p:nvSpPr>
        <p:spPr>
          <a:xfrm>
            <a:off x="2988129" y="6128314"/>
            <a:ext cx="1623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equilibrium.cif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935B95-D90B-925A-9F20-AD1C11EE85D5}"/>
              </a:ext>
            </a:extLst>
          </p:cNvPr>
          <p:cNvSpPr txBox="1"/>
          <p:nvPr/>
        </p:nvSpPr>
        <p:spPr>
          <a:xfrm>
            <a:off x="8169729" y="6117366"/>
            <a:ext cx="113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fractal.cif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E8DE14-7F87-8789-1A01-FE96CC248E69}"/>
              </a:ext>
            </a:extLst>
          </p:cNvPr>
          <p:cNvSpPr txBox="1"/>
          <p:nvPr/>
        </p:nvSpPr>
        <p:spPr>
          <a:xfrm>
            <a:off x="210894" y="6128314"/>
            <a:ext cx="1201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</a:t>
            </a:r>
            <a:r>
              <a:rPr lang="en-US" dirty="0" err="1"/>
              <a:t>pymol</a:t>
            </a:r>
            <a:r>
              <a:rPr lang="en-US" dirty="0"/>
              <a:t>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CD526C-CAE6-08F8-1E82-1ACEEE6EE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9337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DF89BE1-4F49-8B80-61D0-E0EC5558AA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68" t="8479" r="74441" b="53936"/>
          <a:stretch>
            <a:fillRect/>
          </a:stretch>
        </p:blipFill>
        <p:spPr>
          <a:xfrm>
            <a:off x="2222700" y="4798731"/>
            <a:ext cx="1105988" cy="11408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233654-C156-EDBF-F321-425E3A5CDA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81" t="16953" r="81204" b="60239"/>
          <a:stretch>
            <a:fillRect/>
          </a:stretch>
        </p:blipFill>
        <p:spPr>
          <a:xfrm>
            <a:off x="260273" y="2250635"/>
            <a:ext cx="1664897" cy="14791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727CD0D-E17B-6479-50A5-E0CC4D2AF8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5" t="55392" r="80000" b="19026"/>
          <a:stretch>
            <a:fillRect/>
          </a:stretch>
        </p:blipFill>
        <p:spPr>
          <a:xfrm>
            <a:off x="5500843" y="4706361"/>
            <a:ext cx="1468540" cy="13255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75BF7C-D8F8-BDE5-A546-A316B97E00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918" t="54888" r="60840" b="18642"/>
          <a:stretch>
            <a:fillRect/>
          </a:stretch>
        </p:blipFill>
        <p:spPr>
          <a:xfrm>
            <a:off x="10535060" y="4683342"/>
            <a:ext cx="1417810" cy="1371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DB2C68C-99F8-960D-7C54-7A477C51E7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780" t="20661" r="40317" b="60966"/>
          <a:stretch>
            <a:fillRect/>
          </a:stretch>
        </p:blipFill>
        <p:spPr>
          <a:xfrm>
            <a:off x="1941216" y="2394472"/>
            <a:ext cx="1838784" cy="11914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D854878-B57A-4627-F97D-6B172A728B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1647" t="55093" r="266" b="19527"/>
          <a:stretch>
            <a:fillRect/>
          </a:stretch>
        </p:blipFill>
        <p:spPr>
          <a:xfrm>
            <a:off x="8725442" y="4711596"/>
            <a:ext cx="1405845" cy="131509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4F81477-3012-D082-9FBC-6EE2A3CF36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87" t="57110" r="74361" b="5021"/>
          <a:stretch>
            <a:fillRect/>
          </a:stretch>
        </p:blipFill>
        <p:spPr>
          <a:xfrm>
            <a:off x="7346809" y="4794417"/>
            <a:ext cx="1114698" cy="1149450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EA5ADF82-FDCC-501D-5F47-459A651F45D5}"/>
              </a:ext>
            </a:extLst>
          </p:cNvPr>
          <p:cNvGrpSpPr/>
          <p:nvPr/>
        </p:nvGrpSpPr>
        <p:grpSpPr>
          <a:xfrm>
            <a:off x="3907682" y="4680774"/>
            <a:ext cx="1399928" cy="1376737"/>
            <a:chOff x="700008" y="7768423"/>
            <a:chExt cx="1399928" cy="1376737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3183981-D051-8E01-1D15-10757AC12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1120" t="54863" r="40869" b="18567"/>
            <a:stretch>
              <a:fillRect/>
            </a:stretch>
          </p:blipFill>
          <p:spPr>
            <a:xfrm>
              <a:off x="700008" y="7768423"/>
              <a:ext cx="1399928" cy="1376737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97CEFCAF-455A-C57B-63A0-7297D0EC9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9991" t="71333" r="48390" b="26574"/>
            <a:stretch>
              <a:fillRect/>
            </a:stretch>
          </p:blipFill>
          <p:spPr>
            <a:xfrm rot="10800000">
              <a:off x="1677216" y="8232854"/>
              <a:ext cx="125819" cy="10844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BEF7832-EABD-39EA-C114-9165563D7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2874" t="71333" r="55166" b="21508"/>
            <a:stretch>
              <a:fillRect/>
            </a:stretch>
          </p:blipFill>
          <p:spPr>
            <a:xfrm rot="10800000">
              <a:off x="1903853" y="7861899"/>
              <a:ext cx="152400" cy="370954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A6E8B4C-3EF6-15A8-C2C1-406D05BD0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2753" t="56457" r="51773" b="22103"/>
            <a:stretch>
              <a:fillRect/>
            </a:stretch>
          </p:blipFill>
          <p:spPr>
            <a:xfrm rot="16200000" flipH="1">
              <a:off x="1187240" y="7499394"/>
              <a:ext cx="425464" cy="1110929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283BED1-C63F-C005-C617-85853E3DAEA8}"/>
              </a:ext>
            </a:extLst>
          </p:cNvPr>
          <p:cNvGrpSpPr/>
          <p:nvPr/>
        </p:nvGrpSpPr>
        <p:grpSpPr>
          <a:xfrm rot="5400000">
            <a:off x="3770188" y="2225586"/>
            <a:ext cx="1774462" cy="1529270"/>
            <a:chOff x="2659797" y="7071360"/>
            <a:chExt cx="1417810" cy="1221900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305C8BF-F593-5D39-C72F-D12DAB9CF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780" t="19371" r="63978" b="60309"/>
            <a:stretch>
              <a:fillRect/>
            </a:stretch>
          </p:blipFill>
          <p:spPr>
            <a:xfrm>
              <a:off x="2659797" y="7240378"/>
              <a:ext cx="1417810" cy="1052882"/>
            </a:xfrm>
            <a:prstGeom prst="rect">
              <a:avLst/>
            </a:prstGeom>
          </p:spPr>
        </p:pic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3AAC9D4-BD1F-3C56-3B5B-A8174FE83E71}"/>
                </a:ext>
              </a:extLst>
            </p:cNvPr>
            <p:cNvSpPr/>
            <p:nvPr/>
          </p:nvSpPr>
          <p:spPr>
            <a:xfrm>
              <a:off x="2820785" y="7071360"/>
              <a:ext cx="199506" cy="182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514E56A-03F6-634F-F91F-64FF1671CD7E}"/>
                </a:ext>
              </a:extLst>
            </p:cNvPr>
            <p:cNvSpPr/>
            <p:nvPr/>
          </p:nvSpPr>
          <p:spPr>
            <a:xfrm>
              <a:off x="3150524" y="7173883"/>
              <a:ext cx="199506" cy="182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76D154A-A440-2D81-1D32-8E84C0926403}"/>
                </a:ext>
              </a:extLst>
            </p:cNvPr>
            <p:cNvSpPr/>
            <p:nvPr/>
          </p:nvSpPr>
          <p:spPr>
            <a:xfrm>
              <a:off x="3546765" y="7132316"/>
              <a:ext cx="199506" cy="182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2539E67-B701-9E7A-3A6F-60D79C9A5766}"/>
                </a:ext>
              </a:extLst>
            </p:cNvPr>
            <p:cNvSpPr/>
            <p:nvPr/>
          </p:nvSpPr>
          <p:spPr>
            <a:xfrm>
              <a:off x="3826626" y="7240378"/>
              <a:ext cx="199506" cy="182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36EDA05-02C1-96A5-61E6-DCC2F1A4ED21}"/>
                </a:ext>
              </a:extLst>
            </p:cNvPr>
            <p:cNvGrpSpPr/>
            <p:nvPr/>
          </p:nvGrpSpPr>
          <p:grpSpPr>
            <a:xfrm>
              <a:off x="3298975" y="7636876"/>
              <a:ext cx="175320" cy="81360"/>
              <a:chOff x="3298975" y="7636876"/>
              <a:chExt cx="175320" cy="813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44" name="Ink 43">
                    <a:extLst>
                      <a:ext uri="{FF2B5EF4-FFF2-40B4-BE49-F238E27FC236}">
                        <a16:creationId xmlns:a16="http://schemas.microsoft.com/office/drawing/2014/main" id="{125B04D9-C277-AE76-28C9-8AAACADA97B7}"/>
                      </a:ext>
                    </a:extLst>
                  </p14:cNvPr>
                  <p14:cNvContentPartPr/>
                  <p14:nvPr/>
                </p14:nvContentPartPr>
                <p14:xfrm>
                  <a:off x="3298975" y="7636876"/>
                  <a:ext cx="360" cy="360"/>
                </p14:xfrm>
              </p:contentPart>
            </mc:Choice>
            <mc:Fallback xmlns="">
              <p:pic>
                <p:nvPicPr>
                  <p:cNvPr id="44" name="Ink 43">
                    <a:extLst>
                      <a:ext uri="{FF2B5EF4-FFF2-40B4-BE49-F238E27FC236}">
                        <a16:creationId xmlns:a16="http://schemas.microsoft.com/office/drawing/2014/main" id="{125B04D9-C277-AE76-28C9-8AAACADA97B7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3280975" y="7619236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45" name="Ink 44">
                    <a:extLst>
                      <a:ext uri="{FF2B5EF4-FFF2-40B4-BE49-F238E27FC236}">
                        <a16:creationId xmlns:a16="http://schemas.microsoft.com/office/drawing/2014/main" id="{28864EF2-2613-568A-7068-F63FE236C7AA}"/>
                      </a:ext>
                    </a:extLst>
                  </p14:cNvPr>
                  <p14:cNvContentPartPr/>
                  <p14:nvPr/>
                </p14:nvContentPartPr>
                <p14:xfrm>
                  <a:off x="3301495" y="7653076"/>
                  <a:ext cx="360" cy="360"/>
                </p14:xfrm>
              </p:contentPart>
            </mc:Choice>
            <mc:Fallback xmlns="">
              <p:pic>
                <p:nvPicPr>
                  <p:cNvPr id="45" name="Ink 44">
                    <a:extLst>
                      <a:ext uri="{FF2B5EF4-FFF2-40B4-BE49-F238E27FC236}">
                        <a16:creationId xmlns:a16="http://schemas.microsoft.com/office/drawing/2014/main" id="{28864EF2-2613-568A-7068-F63FE236C7AA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3283495" y="7635076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48" name="Ink 47">
                    <a:extLst>
                      <a:ext uri="{FF2B5EF4-FFF2-40B4-BE49-F238E27FC236}">
                        <a16:creationId xmlns:a16="http://schemas.microsoft.com/office/drawing/2014/main" id="{53F922F8-8285-A4CD-6C58-A51FF2841C97}"/>
                      </a:ext>
                    </a:extLst>
                  </p14:cNvPr>
                  <p14:cNvContentPartPr/>
                  <p14:nvPr/>
                </p14:nvContentPartPr>
                <p14:xfrm>
                  <a:off x="3308695" y="7664956"/>
                  <a:ext cx="360" cy="360"/>
                </p14:xfrm>
              </p:contentPart>
            </mc:Choice>
            <mc:Fallback xmlns="">
              <p:pic>
                <p:nvPicPr>
                  <p:cNvPr id="48" name="Ink 47">
                    <a:extLst>
                      <a:ext uri="{FF2B5EF4-FFF2-40B4-BE49-F238E27FC236}">
                        <a16:creationId xmlns:a16="http://schemas.microsoft.com/office/drawing/2014/main" id="{53F922F8-8285-A4CD-6C58-A51FF2841C97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3290695" y="7646956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51" name="Ink 50">
                    <a:extLst>
                      <a:ext uri="{FF2B5EF4-FFF2-40B4-BE49-F238E27FC236}">
                        <a16:creationId xmlns:a16="http://schemas.microsoft.com/office/drawing/2014/main" id="{7894DA57-1C84-7C57-2A5E-E634D7EF699C}"/>
                      </a:ext>
                    </a:extLst>
                  </p14:cNvPr>
                  <p14:cNvContentPartPr/>
                  <p14:nvPr/>
                </p14:nvContentPartPr>
                <p14:xfrm>
                  <a:off x="3317695" y="7683676"/>
                  <a:ext cx="360" cy="360"/>
                </p14:xfrm>
              </p:contentPart>
            </mc:Choice>
            <mc:Fallback xmlns="">
              <p:pic>
                <p:nvPicPr>
                  <p:cNvPr id="51" name="Ink 50">
                    <a:extLst>
                      <a:ext uri="{FF2B5EF4-FFF2-40B4-BE49-F238E27FC236}">
                        <a16:creationId xmlns:a16="http://schemas.microsoft.com/office/drawing/2014/main" id="{7894DA57-1C84-7C57-2A5E-E634D7EF699C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3299695" y="7665676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52" name="Ink 51">
                    <a:extLst>
                      <a:ext uri="{FF2B5EF4-FFF2-40B4-BE49-F238E27FC236}">
                        <a16:creationId xmlns:a16="http://schemas.microsoft.com/office/drawing/2014/main" id="{20ED7BEA-CFB8-1B15-3354-99C37A62BB50}"/>
                      </a:ext>
                    </a:extLst>
                  </p14:cNvPr>
                  <p14:cNvContentPartPr/>
                  <p14:nvPr/>
                </p14:nvContentPartPr>
                <p14:xfrm>
                  <a:off x="3317695" y="7644436"/>
                  <a:ext cx="156600" cy="73800"/>
                </p14:xfrm>
              </p:contentPart>
            </mc:Choice>
            <mc:Fallback xmlns="">
              <p:pic>
                <p:nvPicPr>
                  <p:cNvPr id="52" name="Ink 51">
                    <a:extLst>
                      <a:ext uri="{FF2B5EF4-FFF2-40B4-BE49-F238E27FC236}">
                        <a16:creationId xmlns:a16="http://schemas.microsoft.com/office/drawing/2014/main" id="{20ED7BEA-CFB8-1B15-3354-99C37A62BB50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3303302" y="7630365"/>
                    <a:ext cx="185099" cy="102229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207F2AA-B8BE-F8CC-BBC6-2F0A62B5D6A0}"/>
              </a:ext>
            </a:extLst>
          </p:cNvPr>
          <p:cNvGrpSpPr/>
          <p:nvPr/>
        </p:nvGrpSpPr>
        <p:grpSpPr>
          <a:xfrm>
            <a:off x="7187958" y="1987498"/>
            <a:ext cx="1350818" cy="2005446"/>
            <a:chOff x="7175685" y="6111165"/>
            <a:chExt cx="1350818" cy="2005446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AAB905F-AD43-478B-BE9D-FE9BBD93E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33823" t="8267" r="48797" b="53030"/>
            <a:stretch>
              <a:fillRect/>
            </a:stretch>
          </p:blipFill>
          <p:spPr>
            <a:xfrm>
              <a:off x="7175685" y="6111165"/>
              <a:ext cx="1350818" cy="2005446"/>
            </a:xfrm>
            <a:prstGeom prst="rect">
              <a:avLst/>
            </a:prstGeom>
          </p:spPr>
        </p:pic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0DAE234-AEA1-9B13-324E-CF106AEFFDB2}"/>
                </a:ext>
              </a:extLst>
            </p:cNvPr>
            <p:cNvSpPr/>
            <p:nvPr/>
          </p:nvSpPr>
          <p:spPr>
            <a:xfrm>
              <a:off x="8271162" y="6342607"/>
              <a:ext cx="199506" cy="182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5BB5DAD-6DEF-E154-1C32-3000CA6C2463}"/>
                </a:ext>
              </a:extLst>
            </p:cNvPr>
            <p:cNvSpPr/>
            <p:nvPr/>
          </p:nvSpPr>
          <p:spPr>
            <a:xfrm>
              <a:off x="8201893" y="7811194"/>
              <a:ext cx="199506" cy="182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2" name="Picture 71">
            <a:extLst>
              <a:ext uri="{FF2B5EF4-FFF2-40B4-BE49-F238E27FC236}">
                <a16:creationId xmlns:a16="http://schemas.microsoft.com/office/drawing/2014/main" id="{B42529C5-64D1-D911-FA73-8884C65EC1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271" t="8769" r="28326" b="52136"/>
          <a:stretch>
            <a:fillRect/>
          </a:stretch>
        </p:blipFill>
        <p:spPr>
          <a:xfrm>
            <a:off x="10337958" y="1743060"/>
            <a:ext cx="1665598" cy="2494323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215B117D-FE41-168E-AFB0-E4F5397C834F}"/>
              </a:ext>
            </a:extLst>
          </p:cNvPr>
          <p:cNvGrpSpPr/>
          <p:nvPr/>
        </p:nvGrpSpPr>
        <p:grpSpPr>
          <a:xfrm>
            <a:off x="239130" y="4625339"/>
            <a:ext cx="1468540" cy="1487606"/>
            <a:chOff x="239130" y="3806819"/>
            <a:chExt cx="1468540" cy="1487606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C495F06-5A06-701A-B1AA-685B739C5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33802" t="52890" r="48639" b="18400"/>
            <a:stretch>
              <a:fillRect/>
            </a:stretch>
          </p:blipFill>
          <p:spPr>
            <a:xfrm>
              <a:off x="260273" y="3806819"/>
              <a:ext cx="1364776" cy="1487606"/>
            </a:xfrm>
            <a:prstGeom prst="rect">
              <a:avLst/>
            </a:prstGeom>
          </p:spPr>
        </p:pic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9D9029F-EEF1-DBCB-03AE-F0715524862D}"/>
                </a:ext>
              </a:extLst>
            </p:cNvPr>
            <p:cNvSpPr/>
            <p:nvPr/>
          </p:nvSpPr>
          <p:spPr>
            <a:xfrm>
              <a:off x="239130" y="3806819"/>
              <a:ext cx="1468540" cy="230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8CEA7AB3-7F49-F93D-FD94-57DF08A0CC6C}"/>
              </a:ext>
            </a:extLst>
          </p:cNvPr>
          <p:cNvSpPr txBox="1"/>
          <p:nvPr/>
        </p:nvSpPr>
        <p:spPr>
          <a:xfrm>
            <a:off x="10671327" y="1150749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*Feito com IA</a:t>
            </a:r>
          </a:p>
        </p:txBody>
      </p:sp>
      <p:sp>
        <p:nvSpPr>
          <p:cNvPr id="77" name="Title 1">
            <a:extLst>
              <a:ext uri="{FF2B5EF4-FFF2-40B4-BE49-F238E27FC236}">
                <a16:creationId xmlns:a16="http://schemas.microsoft.com/office/drawing/2014/main" id="{4477BBD1-C522-D9BE-3939-D2A22D2FC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Exercício</a:t>
            </a:r>
            <a:r>
              <a:rPr lang="en-US" dirty="0"/>
              <a:t> – </a:t>
            </a:r>
            <a:r>
              <a:rPr lang="en-US" dirty="0" err="1"/>
              <a:t>combinar</a:t>
            </a:r>
            <a:r>
              <a:rPr lang="en-US" dirty="0"/>
              <a:t> a </a:t>
            </a:r>
            <a:r>
              <a:rPr lang="en-US" dirty="0" err="1"/>
              <a:t>conformação</a:t>
            </a:r>
            <a:r>
              <a:rPr lang="en-US" dirty="0"/>
              <a:t> e o </a:t>
            </a:r>
            <a:r>
              <a:rPr lang="en-US" dirty="0" err="1"/>
              <a:t>mapa</a:t>
            </a:r>
            <a:r>
              <a:rPr lang="en-US" dirty="0"/>
              <a:t> de </a:t>
            </a:r>
            <a:r>
              <a:rPr lang="en-US" dirty="0" err="1"/>
              <a:t>contatos</a:t>
            </a:r>
            <a:endParaRPr lang="en-US" dirty="0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2D8DB96-10DD-13CF-2B00-A69B3E1B96D4}"/>
              </a:ext>
            </a:extLst>
          </p:cNvPr>
          <p:cNvGrpSpPr/>
          <p:nvPr/>
        </p:nvGrpSpPr>
        <p:grpSpPr>
          <a:xfrm>
            <a:off x="8651557" y="2127056"/>
            <a:ext cx="1651415" cy="1726331"/>
            <a:chOff x="8651557" y="2127056"/>
            <a:chExt cx="1651415" cy="1726331"/>
          </a:xfrm>
        </p:grpSpPr>
        <p:pic>
          <p:nvPicPr>
            <p:cNvPr id="34" name="Content Placeholder 32">
              <a:extLst>
                <a:ext uri="{FF2B5EF4-FFF2-40B4-BE49-F238E27FC236}">
                  <a16:creationId xmlns:a16="http://schemas.microsoft.com/office/drawing/2014/main" id="{3FCD6BA1-15A5-D018-56DF-2BF9DAC57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26144" t="7534" r="48555" b="52792"/>
            <a:stretch>
              <a:fillRect/>
            </a:stretch>
          </p:blipFill>
          <p:spPr>
            <a:xfrm>
              <a:off x="8651557" y="2127056"/>
              <a:ext cx="1651415" cy="1726331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980930F-C565-A04A-9726-1F1DD1DEB707}"/>
                    </a:ext>
                  </a:extLst>
                </p14:cNvPr>
                <p14:cNvContentPartPr/>
                <p14:nvPr/>
              </p14:nvContentPartPr>
              <p14:xfrm>
                <a:off x="9262333" y="2750214"/>
                <a:ext cx="120960" cy="118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980930F-C565-A04A-9726-1F1DD1DEB70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253693" y="2741214"/>
                  <a:ext cx="138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08B0D86-046B-A8C8-D9F1-DE4FC53FAE0B}"/>
                    </a:ext>
                  </a:extLst>
                </p14:cNvPr>
                <p14:cNvContentPartPr/>
                <p14:nvPr/>
              </p14:nvContentPartPr>
              <p14:xfrm>
                <a:off x="9545653" y="2750934"/>
                <a:ext cx="118800" cy="1198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08B0D86-046B-A8C8-D9F1-DE4FC53FAE0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536653" y="2741934"/>
                  <a:ext cx="1364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78FD270-48C4-20F7-F5E9-C2F9CF0B735D}"/>
                    </a:ext>
                  </a:extLst>
                </p14:cNvPr>
                <p14:cNvContentPartPr/>
                <p14:nvPr/>
              </p14:nvContentPartPr>
              <p14:xfrm>
                <a:off x="9554653" y="3037854"/>
                <a:ext cx="106560" cy="122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78FD270-48C4-20F7-F5E9-C2F9CF0B735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545653" y="3029214"/>
                  <a:ext cx="1242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1F97EC2-9C6D-7593-77B4-5A773AA49B45}"/>
                    </a:ext>
                  </a:extLst>
                </p14:cNvPr>
                <p14:cNvContentPartPr/>
                <p14:nvPr/>
              </p14:nvContentPartPr>
              <p14:xfrm>
                <a:off x="9254053" y="3049374"/>
                <a:ext cx="112680" cy="1040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1F97EC2-9C6D-7593-77B4-5A773AA49B4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245413" y="3040374"/>
                  <a:ext cx="13032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70DC0B3-BDE4-6D34-CD48-C8D6D49F3305}"/>
              </a:ext>
            </a:extLst>
          </p:cNvPr>
          <p:cNvGrpSpPr/>
          <p:nvPr/>
        </p:nvGrpSpPr>
        <p:grpSpPr>
          <a:xfrm>
            <a:off x="5253323" y="2115931"/>
            <a:ext cx="1901428" cy="1736936"/>
            <a:chOff x="5253323" y="2115931"/>
            <a:chExt cx="1901428" cy="173693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5AD8556-93CC-C0A7-1E05-6B57746BE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1492" t="17228" r="1129" b="58958"/>
            <a:stretch>
              <a:fillRect/>
            </a:stretch>
          </p:blipFill>
          <p:spPr>
            <a:xfrm>
              <a:off x="5253323" y="2115931"/>
              <a:ext cx="1901428" cy="1736936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73BC858-D857-0188-61D4-40ACF1B92449}"/>
                    </a:ext>
                  </a:extLst>
                </p14:cNvPr>
                <p14:cNvContentPartPr/>
                <p14:nvPr/>
              </p14:nvContentPartPr>
              <p14:xfrm>
                <a:off x="6294147" y="3322107"/>
                <a:ext cx="452160" cy="342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73BC858-D857-0188-61D4-40ACF1B9244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285147" y="3313467"/>
                  <a:ext cx="469800" cy="360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0D35A2A-11A9-80DE-367B-17E83DA13FC8}"/>
                </a:ext>
              </a:extLst>
            </p:cNvPr>
            <p:cNvGrpSpPr/>
            <p:nvPr/>
          </p:nvGrpSpPr>
          <p:grpSpPr>
            <a:xfrm>
              <a:off x="6351387" y="3116907"/>
              <a:ext cx="577440" cy="530640"/>
              <a:chOff x="6351387" y="3116907"/>
              <a:chExt cx="577440" cy="530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6" name="Ink 5">
                    <a:extLst>
                      <a:ext uri="{FF2B5EF4-FFF2-40B4-BE49-F238E27FC236}">
                        <a16:creationId xmlns:a16="http://schemas.microsoft.com/office/drawing/2014/main" id="{084FE1C3-B5B0-B0DC-6EB2-1AE00CA29ED6}"/>
                      </a:ext>
                    </a:extLst>
                  </p14:cNvPr>
                  <p14:cNvContentPartPr/>
                  <p14:nvPr/>
                </p14:nvContentPartPr>
                <p14:xfrm>
                  <a:off x="6351387" y="3116907"/>
                  <a:ext cx="577440" cy="530640"/>
                </p14:xfrm>
              </p:contentPart>
            </mc:Choice>
            <mc:Fallback xmlns="">
              <p:pic>
                <p:nvPicPr>
                  <p:cNvPr id="6" name="Ink 5">
                    <a:extLst>
                      <a:ext uri="{FF2B5EF4-FFF2-40B4-BE49-F238E27FC236}">
                        <a16:creationId xmlns:a16="http://schemas.microsoft.com/office/drawing/2014/main" id="{084FE1C3-B5B0-B0DC-6EB2-1AE00CA29ED6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6315387" y="3080907"/>
                    <a:ext cx="649080" cy="602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8" name="Ink 7">
                    <a:extLst>
                      <a:ext uri="{FF2B5EF4-FFF2-40B4-BE49-F238E27FC236}">
                        <a16:creationId xmlns:a16="http://schemas.microsoft.com/office/drawing/2014/main" id="{E18231E4-6A7F-1BCE-1BCF-1E4E6092B840}"/>
                      </a:ext>
                    </a:extLst>
                  </p14:cNvPr>
                  <p14:cNvContentPartPr/>
                  <p14:nvPr/>
                </p14:nvContentPartPr>
                <p14:xfrm>
                  <a:off x="6565947" y="3359907"/>
                  <a:ext cx="360" cy="360"/>
                </p14:xfrm>
              </p:contentPart>
            </mc:Choice>
            <mc:Fallback xmlns="">
              <p:pic>
                <p:nvPicPr>
                  <p:cNvPr id="8" name="Ink 7">
                    <a:extLst>
                      <a:ext uri="{FF2B5EF4-FFF2-40B4-BE49-F238E27FC236}">
                        <a16:creationId xmlns:a16="http://schemas.microsoft.com/office/drawing/2014/main" id="{E18231E4-6A7F-1BCE-1BCF-1E4E6092B840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6530307" y="3324267"/>
                    <a:ext cx="72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23EBAEA4-54E7-4EE4-D6F9-0DD8A9212C6C}"/>
                      </a:ext>
                    </a:extLst>
                  </p14:cNvPr>
                  <p14:cNvContentPartPr/>
                  <p14:nvPr/>
                </p14:nvContentPartPr>
                <p14:xfrm>
                  <a:off x="6592227" y="3339027"/>
                  <a:ext cx="360" cy="36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23EBAEA4-54E7-4EE4-D6F9-0DD8A9212C6C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6556587" y="3303027"/>
                    <a:ext cx="72000" cy="720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4AB4D7-B5BB-E4B0-958C-1C994FA9F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5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134DA-D044-1322-B8A2-926E1E82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Como </a:t>
            </a:r>
            <a:r>
              <a:rPr lang="en-US" dirty="0" err="1"/>
              <a:t>construir</a:t>
            </a:r>
            <a:r>
              <a:rPr lang="en-US" dirty="0"/>
              <a:t> o </a:t>
            </a:r>
            <a:r>
              <a:rPr lang="en-US" dirty="0" err="1"/>
              <a:t>mapa</a:t>
            </a:r>
            <a:r>
              <a:rPr lang="en-US" dirty="0"/>
              <a:t> de </a:t>
            </a:r>
            <a:r>
              <a:rPr lang="en-US" dirty="0" err="1"/>
              <a:t>contatos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4966019-79BE-14B1-00DD-15A1FFAC751D}"/>
              </a:ext>
            </a:extLst>
          </p:cNvPr>
          <p:cNvGrpSpPr/>
          <p:nvPr/>
        </p:nvGrpSpPr>
        <p:grpSpPr>
          <a:xfrm>
            <a:off x="176708" y="1400176"/>
            <a:ext cx="10515599" cy="5371232"/>
            <a:chOff x="176709" y="1914526"/>
            <a:chExt cx="10038462" cy="485688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5E00F5F-E47D-C2CD-ABF1-8DD21A1A0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6829" y="1914526"/>
              <a:ext cx="8238342" cy="479972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B6702A0-17C2-E40E-D8F0-725E7E5E7CD1}"/>
                </a:ext>
              </a:extLst>
            </p:cNvPr>
            <p:cNvSpPr txBox="1"/>
            <p:nvPr/>
          </p:nvSpPr>
          <p:spPr>
            <a:xfrm>
              <a:off x="176709" y="6344923"/>
              <a:ext cx="15715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Pal et al, 2018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E353E0-46B4-A324-2D67-D83837C3B920}"/>
                </a:ext>
              </a:extLst>
            </p:cNvPr>
            <p:cNvSpPr/>
            <p:nvPr/>
          </p:nvSpPr>
          <p:spPr>
            <a:xfrm>
              <a:off x="1857375" y="5629277"/>
              <a:ext cx="1800225" cy="11421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4A945EA-55B6-3085-848F-0E6FEA4F63ED}"/>
                </a:ext>
              </a:extLst>
            </p:cNvPr>
            <p:cNvSpPr/>
            <p:nvPr/>
          </p:nvSpPr>
          <p:spPr>
            <a:xfrm>
              <a:off x="4938725" y="5624509"/>
              <a:ext cx="1800225" cy="11421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A4CA37-DEB0-D5B7-1139-3A597BB3A7CA}"/>
              </a:ext>
            </a:extLst>
          </p:cNvPr>
          <p:cNvCxnSpPr>
            <a:cxnSpLocks/>
          </p:cNvCxnSpPr>
          <p:nvPr/>
        </p:nvCxnSpPr>
        <p:spPr>
          <a:xfrm>
            <a:off x="7915275" y="1400176"/>
            <a:ext cx="0" cy="3400685"/>
          </a:xfrm>
          <a:prstGeom prst="line">
            <a:avLst/>
          </a:prstGeom>
          <a:ln w="38100">
            <a:solidFill>
              <a:srgbClr val="92D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5EA0EED-0AA1-A980-5683-C8ADEB9059A5}"/>
              </a:ext>
            </a:extLst>
          </p:cNvPr>
          <p:cNvSpPr txBox="1"/>
          <p:nvPr/>
        </p:nvSpPr>
        <p:spPr>
          <a:xfrm>
            <a:off x="6254344" y="4431529"/>
            <a:ext cx="3179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Experimento</a:t>
            </a:r>
            <a:r>
              <a:rPr lang="en-US" dirty="0"/>
              <a:t>	</a:t>
            </a:r>
            <a:r>
              <a:rPr lang="en-US" dirty="0" err="1"/>
              <a:t>Informática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3664FC-E28E-9FCA-B757-9F0DD6E2C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18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1437</TotalTime>
  <Words>261</Words>
  <Application>Microsoft Macintosh PowerPoint</Application>
  <PresentationFormat>Widescreen</PresentationFormat>
  <Paragraphs>80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Office Theme</vt:lpstr>
      <vt:lpstr>Captura de Conformação de Cromossomo </vt:lpstr>
      <vt:lpstr>PowerPoint Presentation</vt:lpstr>
      <vt:lpstr>O experiment de 3C</vt:lpstr>
      <vt:lpstr>O experiment de 3C</vt:lpstr>
      <vt:lpstr>Quantificação pra todas as possíveis combinações de primers</vt:lpstr>
      <vt:lpstr>Frequência de contato</vt:lpstr>
      <vt:lpstr>Frequência de contato</vt:lpstr>
      <vt:lpstr>Mapa de contatos</vt:lpstr>
      <vt:lpstr>Mapa de contatos</vt:lpstr>
      <vt:lpstr>Família 3C</vt:lpstr>
      <vt:lpstr>PowerPoint Presentation</vt:lpstr>
      <vt:lpstr>O experiment de Hi-C</vt:lpstr>
      <vt:lpstr>Preenchimento com DNA polimerase</vt:lpstr>
      <vt:lpstr>O experiment de Hi-C</vt:lpstr>
      <vt:lpstr>Sequenciamento e mapeamento dos pares de sequências num genoma de referência</vt:lpstr>
      <vt:lpstr>Mapas de contato a depender da enzima de digestão</vt:lpstr>
      <vt:lpstr>Frequência ou probabilidade de contatos</vt:lpstr>
      <vt:lpstr>Frequência ou probabilidade de contatos</vt:lpstr>
      <vt:lpstr>Enfatizando diferenças locais</vt:lpstr>
      <vt:lpstr>Compartimentos</vt:lpstr>
      <vt:lpstr>FISH de sítios específicos</vt:lpstr>
      <vt:lpstr>Frequência de contatos – padrão global</vt:lpstr>
      <vt:lpstr>O arranjo da cromatina não é aleatório!</vt:lpstr>
      <vt:lpstr>Equilibrium e fractal</vt:lpstr>
      <vt:lpstr>Exercício – combinar a conformação e o mapa de contatos</vt:lpstr>
      <vt:lpstr>Como construir o mapa de 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Souza Camara</dc:creator>
  <cp:lastModifiedBy>Amanda Souza Camara</cp:lastModifiedBy>
  <cp:revision>8</cp:revision>
  <dcterms:created xsi:type="dcterms:W3CDTF">2026-10-13T06:19:17Z</dcterms:created>
  <dcterms:modified xsi:type="dcterms:W3CDTF">2026-10-26T00:11:36Z</dcterms:modified>
</cp:coreProperties>
</file>